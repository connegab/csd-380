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ata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1.svg"/></Relationships>
</file>

<file path=ppt/diagrams/_rels/data8.xml.rels><?xml version="1.0" encoding="UTF-8" standalone="yes"?>
<Relationships xmlns="http://schemas.openxmlformats.org/package/2006/relationships"><Relationship Id="rId3" Type="http://schemas.openxmlformats.org/officeDocument/2006/relationships/hyperlink" Target="https://www.grammarly.com/" TargetMode="External"/><Relationship Id="rId2" Type="http://schemas.openxmlformats.org/officeDocument/2006/relationships/hyperlink" Target="https://www.endpointprotector.com/blog/your-ultimate-guide-to-source-code-protection/" TargetMode="External"/><Relationship Id="rId1" Type="http://schemas.openxmlformats.org/officeDocument/2006/relationships/hyperlink" Target="https://www.encryptionconsulting.com/are-code-repositories-safe-for-your-source-code/" TargetMode="External"/><Relationship Id="rId6" Type="http://schemas.openxmlformats.org/officeDocument/2006/relationships/hyperlink" Target="https://snyk.io/articles/securing-source-code-repositories/" TargetMode="External"/><Relationship Id="rId5" Type="http://schemas.openxmlformats.org/officeDocument/2006/relationships/hyperlink" Target="https://www.ncsc.gov.uk/collection/developers-collection/principles/protect-your-code-repository" TargetMode="External"/><Relationship Id="rId4" Type="http://schemas.openxmlformats.org/officeDocument/2006/relationships/hyperlink" Target="https://chat.openai.com/chat" TargetMode="External"/></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1.svg"/></Relationships>
</file>

<file path=ppt/diagrams/_rels/drawing8.xml.rels><?xml version="1.0" encoding="UTF-8" standalone="yes"?>
<Relationships xmlns="http://schemas.openxmlformats.org/package/2006/relationships"><Relationship Id="rId3" Type="http://schemas.openxmlformats.org/officeDocument/2006/relationships/hyperlink" Target="https://www.grammarly.com/" TargetMode="External"/><Relationship Id="rId2" Type="http://schemas.openxmlformats.org/officeDocument/2006/relationships/hyperlink" Target="https://www.endpointprotector.com/blog/your-ultimate-guide-to-source-code-protection/" TargetMode="External"/><Relationship Id="rId1" Type="http://schemas.openxmlformats.org/officeDocument/2006/relationships/hyperlink" Target="https://www.encryptionconsulting.com/are-code-repositories-safe-for-your-source-code/" TargetMode="External"/><Relationship Id="rId6" Type="http://schemas.openxmlformats.org/officeDocument/2006/relationships/hyperlink" Target="https://snyk.io/articles/securing-source-code-repositories/" TargetMode="External"/><Relationship Id="rId5" Type="http://schemas.openxmlformats.org/officeDocument/2006/relationships/hyperlink" Target="https://www.ncsc.gov.uk/collection/developers-collection/principles/protect-your-code-repository" TargetMode="External"/><Relationship Id="rId4" Type="http://schemas.openxmlformats.org/officeDocument/2006/relationships/hyperlink" Target="https://chat.openai.com/chat" TargetMode="External"/></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1C2A9A4-D950-4E38-B6E2-2684EC4A9FD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F48DE29-DDCA-4760-B3BC-8185A1DC444F}">
      <dgm:prSet/>
      <dgm:spPr/>
      <dgm:t>
        <a:bodyPr/>
        <a:lstStyle/>
        <a:p>
          <a:r>
            <a:rPr lang="en-US"/>
            <a:t>They are platforms where developers are able to store and collaborate on code.</a:t>
          </a:r>
        </a:p>
      </dgm:t>
    </dgm:pt>
    <dgm:pt modelId="{11066835-F046-47BF-857F-01AD5EBED604}" type="parTrans" cxnId="{D2621013-850E-40A4-ACCD-23AC3A4ADC41}">
      <dgm:prSet/>
      <dgm:spPr/>
      <dgm:t>
        <a:bodyPr/>
        <a:lstStyle/>
        <a:p>
          <a:endParaRPr lang="en-US"/>
        </a:p>
      </dgm:t>
    </dgm:pt>
    <dgm:pt modelId="{E4C59008-29CB-457B-AB17-6BCDC37AC506}" type="sibTrans" cxnId="{D2621013-850E-40A4-ACCD-23AC3A4ADC41}">
      <dgm:prSet/>
      <dgm:spPr/>
      <dgm:t>
        <a:bodyPr/>
        <a:lstStyle/>
        <a:p>
          <a:endParaRPr lang="en-US"/>
        </a:p>
      </dgm:t>
    </dgm:pt>
    <dgm:pt modelId="{41E2456B-304C-4F04-B42A-A7CAD5DD880F}">
      <dgm:prSet/>
      <dgm:spPr/>
      <dgm:t>
        <a:bodyPr/>
        <a:lstStyle/>
        <a:p>
          <a:r>
            <a:rPr lang="en-US"/>
            <a:t>Examples could include GitHub, GitLab and BitBucket.</a:t>
          </a:r>
        </a:p>
      </dgm:t>
    </dgm:pt>
    <dgm:pt modelId="{89E7745A-7478-467B-952B-F4FC229E0070}" type="parTrans" cxnId="{9E0CB747-9C2E-4DCB-A9EE-FCF0E7A7F710}">
      <dgm:prSet/>
      <dgm:spPr/>
      <dgm:t>
        <a:bodyPr/>
        <a:lstStyle/>
        <a:p>
          <a:endParaRPr lang="en-US"/>
        </a:p>
      </dgm:t>
    </dgm:pt>
    <dgm:pt modelId="{6462B4DE-9ACF-4A3E-8229-D2B507F907E4}" type="sibTrans" cxnId="{9E0CB747-9C2E-4DCB-A9EE-FCF0E7A7F710}">
      <dgm:prSet/>
      <dgm:spPr/>
      <dgm:t>
        <a:bodyPr/>
        <a:lstStyle/>
        <a:p>
          <a:endParaRPr lang="en-US"/>
        </a:p>
      </dgm:t>
    </dgm:pt>
    <dgm:pt modelId="{734C147F-D8EF-4380-92ED-0F5AA0C001F0}">
      <dgm:prSet/>
      <dgm:spPr/>
      <dgm:t>
        <a:bodyPr/>
        <a:lstStyle/>
        <a:p>
          <a:r>
            <a:rPr lang="en-US"/>
            <a:t>They allow teams to track changes and work together but must be protected to ensure there is no unauthorized access.</a:t>
          </a:r>
        </a:p>
      </dgm:t>
    </dgm:pt>
    <dgm:pt modelId="{B2B2F084-74DB-4F06-9F1F-3CF67F318DE7}" type="parTrans" cxnId="{C1BD40FB-49E9-43D3-B941-509109E5845F}">
      <dgm:prSet/>
      <dgm:spPr/>
      <dgm:t>
        <a:bodyPr/>
        <a:lstStyle/>
        <a:p>
          <a:endParaRPr lang="en-US"/>
        </a:p>
      </dgm:t>
    </dgm:pt>
    <dgm:pt modelId="{52944495-1456-4DD0-A8EA-B9A8F3AEF395}" type="sibTrans" cxnId="{C1BD40FB-49E9-43D3-B941-509109E5845F}">
      <dgm:prSet/>
      <dgm:spPr/>
      <dgm:t>
        <a:bodyPr/>
        <a:lstStyle/>
        <a:p>
          <a:endParaRPr lang="en-US"/>
        </a:p>
      </dgm:t>
    </dgm:pt>
    <dgm:pt modelId="{CD490F3A-167E-4ECA-8767-376B4EA1758A}" type="pres">
      <dgm:prSet presAssocID="{61C2A9A4-D950-4E38-B6E2-2684EC4A9FDE}" presName="root" presStyleCnt="0">
        <dgm:presLayoutVars>
          <dgm:dir/>
          <dgm:resizeHandles val="exact"/>
        </dgm:presLayoutVars>
      </dgm:prSet>
      <dgm:spPr/>
    </dgm:pt>
    <dgm:pt modelId="{6D24CBDF-3F82-492E-98E3-7CD50838ED6D}" type="pres">
      <dgm:prSet presAssocID="{9F48DE29-DDCA-4760-B3BC-8185A1DC444F}" presName="compNode" presStyleCnt="0"/>
      <dgm:spPr/>
    </dgm:pt>
    <dgm:pt modelId="{8724645F-DD63-450F-BEB7-8B3EE3C000B6}" type="pres">
      <dgm:prSet presAssocID="{9F48DE29-DDCA-4760-B3BC-8185A1DC444F}" presName="bgRect" presStyleLbl="bgShp" presStyleIdx="0" presStyleCnt="3"/>
      <dgm:spPr/>
    </dgm:pt>
    <dgm:pt modelId="{99EC2720-0477-406F-BDF5-DC3A70416BB5}" type="pres">
      <dgm:prSet presAssocID="{9F48DE29-DDCA-4760-B3BC-8185A1DC444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EEDEA9FD-CF60-4F2E-A87C-7F82618C3A3E}" type="pres">
      <dgm:prSet presAssocID="{9F48DE29-DDCA-4760-B3BC-8185A1DC444F}" presName="spaceRect" presStyleCnt="0"/>
      <dgm:spPr/>
    </dgm:pt>
    <dgm:pt modelId="{1FF09100-4163-409D-A42F-AC6CD3AA3A99}" type="pres">
      <dgm:prSet presAssocID="{9F48DE29-DDCA-4760-B3BC-8185A1DC444F}" presName="parTx" presStyleLbl="revTx" presStyleIdx="0" presStyleCnt="3">
        <dgm:presLayoutVars>
          <dgm:chMax val="0"/>
          <dgm:chPref val="0"/>
        </dgm:presLayoutVars>
      </dgm:prSet>
      <dgm:spPr/>
    </dgm:pt>
    <dgm:pt modelId="{2D63938D-A7AE-4EE5-9482-B4E4ED124AD7}" type="pres">
      <dgm:prSet presAssocID="{E4C59008-29CB-457B-AB17-6BCDC37AC506}" presName="sibTrans" presStyleCnt="0"/>
      <dgm:spPr/>
    </dgm:pt>
    <dgm:pt modelId="{5435C813-FD13-4FCB-9BEE-E01512DC82E0}" type="pres">
      <dgm:prSet presAssocID="{41E2456B-304C-4F04-B42A-A7CAD5DD880F}" presName="compNode" presStyleCnt="0"/>
      <dgm:spPr/>
    </dgm:pt>
    <dgm:pt modelId="{98E3C424-A7C6-40F8-9AEF-9E4BAEA68A3F}" type="pres">
      <dgm:prSet presAssocID="{41E2456B-304C-4F04-B42A-A7CAD5DD880F}" presName="bgRect" presStyleLbl="bgShp" presStyleIdx="1" presStyleCnt="3"/>
      <dgm:spPr/>
    </dgm:pt>
    <dgm:pt modelId="{9D3EEDF0-5F7A-4E49-965A-C530A09B56BD}" type="pres">
      <dgm:prSet presAssocID="{41E2456B-304C-4F04-B42A-A7CAD5DD880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hredder"/>
        </a:ext>
      </dgm:extLst>
    </dgm:pt>
    <dgm:pt modelId="{C4EFC403-FA56-47B5-8F13-6480DD214C22}" type="pres">
      <dgm:prSet presAssocID="{41E2456B-304C-4F04-B42A-A7CAD5DD880F}" presName="spaceRect" presStyleCnt="0"/>
      <dgm:spPr/>
    </dgm:pt>
    <dgm:pt modelId="{21C2F75A-DB33-4102-BB6D-124370B13154}" type="pres">
      <dgm:prSet presAssocID="{41E2456B-304C-4F04-B42A-A7CAD5DD880F}" presName="parTx" presStyleLbl="revTx" presStyleIdx="1" presStyleCnt="3">
        <dgm:presLayoutVars>
          <dgm:chMax val="0"/>
          <dgm:chPref val="0"/>
        </dgm:presLayoutVars>
      </dgm:prSet>
      <dgm:spPr/>
    </dgm:pt>
    <dgm:pt modelId="{004B3C76-6EA5-4F0A-AD84-EFB1F8B04FE1}" type="pres">
      <dgm:prSet presAssocID="{6462B4DE-9ACF-4A3E-8229-D2B507F907E4}" presName="sibTrans" presStyleCnt="0"/>
      <dgm:spPr/>
    </dgm:pt>
    <dgm:pt modelId="{A7744552-F6A9-4993-A1B2-8C994FB2CBC8}" type="pres">
      <dgm:prSet presAssocID="{734C147F-D8EF-4380-92ED-0F5AA0C001F0}" presName="compNode" presStyleCnt="0"/>
      <dgm:spPr/>
    </dgm:pt>
    <dgm:pt modelId="{261D4ED6-0290-4B10-B295-57AC12AD6EF6}" type="pres">
      <dgm:prSet presAssocID="{734C147F-D8EF-4380-92ED-0F5AA0C001F0}" presName="bgRect" presStyleLbl="bgShp" presStyleIdx="2" presStyleCnt="3"/>
      <dgm:spPr/>
    </dgm:pt>
    <dgm:pt modelId="{6B63A245-8844-4191-83E4-BA4EA376D46F}" type="pres">
      <dgm:prSet presAssocID="{734C147F-D8EF-4380-92ED-0F5AA0C001F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ck"/>
        </a:ext>
      </dgm:extLst>
    </dgm:pt>
    <dgm:pt modelId="{769F294C-41DA-40CC-ADAA-A3E6A068089D}" type="pres">
      <dgm:prSet presAssocID="{734C147F-D8EF-4380-92ED-0F5AA0C001F0}" presName="spaceRect" presStyleCnt="0"/>
      <dgm:spPr/>
    </dgm:pt>
    <dgm:pt modelId="{5267D1E6-6CCD-429F-A2AF-3654E55D4B27}" type="pres">
      <dgm:prSet presAssocID="{734C147F-D8EF-4380-92ED-0F5AA0C001F0}" presName="parTx" presStyleLbl="revTx" presStyleIdx="2" presStyleCnt="3">
        <dgm:presLayoutVars>
          <dgm:chMax val="0"/>
          <dgm:chPref val="0"/>
        </dgm:presLayoutVars>
      </dgm:prSet>
      <dgm:spPr/>
    </dgm:pt>
  </dgm:ptLst>
  <dgm:cxnLst>
    <dgm:cxn modelId="{D2621013-850E-40A4-ACCD-23AC3A4ADC41}" srcId="{61C2A9A4-D950-4E38-B6E2-2684EC4A9FDE}" destId="{9F48DE29-DDCA-4760-B3BC-8185A1DC444F}" srcOrd="0" destOrd="0" parTransId="{11066835-F046-47BF-857F-01AD5EBED604}" sibTransId="{E4C59008-29CB-457B-AB17-6BCDC37AC506}"/>
    <dgm:cxn modelId="{FF80AD2C-64D8-46EB-B1BC-2324C3F5C8EA}" type="presOf" srcId="{61C2A9A4-D950-4E38-B6E2-2684EC4A9FDE}" destId="{CD490F3A-167E-4ECA-8767-376B4EA1758A}" srcOrd="0" destOrd="0" presId="urn:microsoft.com/office/officeart/2018/2/layout/IconVerticalSolidList"/>
    <dgm:cxn modelId="{2D710E3E-1000-4BD8-A09E-27A0172EDC61}" type="presOf" srcId="{9F48DE29-DDCA-4760-B3BC-8185A1DC444F}" destId="{1FF09100-4163-409D-A42F-AC6CD3AA3A99}" srcOrd="0" destOrd="0" presId="urn:microsoft.com/office/officeart/2018/2/layout/IconVerticalSolidList"/>
    <dgm:cxn modelId="{9E0CB747-9C2E-4DCB-A9EE-FCF0E7A7F710}" srcId="{61C2A9A4-D950-4E38-B6E2-2684EC4A9FDE}" destId="{41E2456B-304C-4F04-B42A-A7CAD5DD880F}" srcOrd="1" destOrd="0" parTransId="{89E7745A-7478-467B-952B-F4FC229E0070}" sibTransId="{6462B4DE-9ACF-4A3E-8229-D2B507F907E4}"/>
    <dgm:cxn modelId="{5C678482-13F0-4522-89DE-47867FD74579}" type="presOf" srcId="{41E2456B-304C-4F04-B42A-A7CAD5DD880F}" destId="{21C2F75A-DB33-4102-BB6D-124370B13154}" srcOrd="0" destOrd="0" presId="urn:microsoft.com/office/officeart/2018/2/layout/IconVerticalSolidList"/>
    <dgm:cxn modelId="{2CC827B2-F831-4119-AF22-E9A53277276F}" type="presOf" srcId="{734C147F-D8EF-4380-92ED-0F5AA0C001F0}" destId="{5267D1E6-6CCD-429F-A2AF-3654E55D4B27}" srcOrd="0" destOrd="0" presId="urn:microsoft.com/office/officeart/2018/2/layout/IconVerticalSolidList"/>
    <dgm:cxn modelId="{C1BD40FB-49E9-43D3-B941-509109E5845F}" srcId="{61C2A9A4-D950-4E38-B6E2-2684EC4A9FDE}" destId="{734C147F-D8EF-4380-92ED-0F5AA0C001F0}" srcOrd="2" destOrd="0" parTransId="{B2B2F084-74DB-4F06-9F1F-3CF67F318DE7}" sibTransId="{52944495-1456-4DD0-A8EA-B9A8F3AEF395}"/>
    <dgm:cxn modelId="{D0EFBCF9-88B7-419C-B39F-4E7B30D86BD2}" type="presParOf" srcId="{CD490F3A-167E-4ECA-8767-376B4EA1758A}" destId="{6D24CBDF-3F82-492E-98E3-7CD50838ED6D}" srcOrd="0" destOrd="0" presId="urn:microsoft.com/office/officeart/2018/2/layout/IconVerticalSolidList"/>
    <dgm:cxn modelId="{E8021057-4A09-48F0-8D13-3D398902F5DF}" type="presParOf" srcId="{6D24CBDF-3F82-492E-98E3-7CD50838ED6D}" destId="{8724645F-DD63-450F-BEB7-8B3EE3C000B6}" srcOrd="0" destOrd="0" presId="urn:microsoft.com/office/officeart/2018/2/layout/IconVerticalSolidList"/>
    <dgm:cxn modelId="{11061189-AE35-4EE0-B669-BEAE90C2D0F1}" type="presParOf" srcId="{6D24CBDF-3F82-492E-98E3-7CD50838ED6D}" destId="{99EC2720-0477-406F-BDF5-DC3A70416BB5}" srcOrd="1" destOrd="0" presId="urn:microsoft.com/office/officeart/2018/2/layout/IconVerticalSolidList"/>
    <dgm:cxn modelId="{434D51C9-8621-4B9F-A55A-51AB5C0F49F1}" type="presParOf" srcId="{6D24CBDF-3F82-492E-98E3-7CD50838ED6D}" destId="{EEDEA9FD-CF60-4F2E-A87C-7F82618C3A3E}" srcOrd="2" destOrd="0" presId="urn:microsoft.com/office/officeart/2018/2/layout/IconVerticalSolidList"/>
    <dgm:cxn modelId="{1010D3C9-E2AE-4734-A8A3-3A0D02D3B1BE}" type="presParOf" srcId="{6D24CBDF-3F82-492E-98E3-7CD50838ED6D}" destId="{1FF09100-4163-409D-A42F-AC6CD3AA3A99}" srcOrd="3" destOrd="0" presId="urn:microsoft.com/office/officeart/2018/2/layout/IconVerticalSolidList"/>
    <dgm:cxn modelId="{403BB227-08A3-4BBB-9FF5-BA2F3F79398A}" type="presParOf" srcId="{CD490F3A-167E-4ECA-8767-376B4EA1758A}" destId="{2D63938D-A7AE-4EE5-9482-B4E4ED124AD7}" srcOrd="1" destOrd="0" presId="urn:microsoft.com/office/officeart/2018/2/layout/IconVerticalSolidList"/>
    <dgm:cxn modelId="{394538B2-D604-46DC-B0EC-4B4313739229}" type="presParOf" srcId="{CD490F3A-167E-4ECA-8767-376B4EA1758A}" destId="{5435C813-FD13-4FCB-9BEE-E01512DC82E0}" srcOrd="2" destOrd="0" presId="urn:microsoft.com/office/officeart/2018/2/layout/IconVerticalSolidList"/>
    <dgm:cxn modelId="{D47CFB15-5B99-496C-8495-3BD981B64769}" type="presParOf" srcId="{5435C813-FD13-4FCB-9BEE-E01512DC82E0}" destId="{98E3C424-A7C6-40F8-9AEF-9E4BAEA68A3F}" srcOrd="0" destOrd="0" presId="urn:microsoft.com/office/officeart/2018/2/layout/IconVerticalSolidList"/>
    <dgm:cxn modelId="{A50066DF-F76C-469B-8BB5-7D2DAEBFC0E4}" type="presParOf" srcId="{5435C813-FD13-4FCB-9BEE-E01512DC82E0}" destId="{9D3EEDF0-5F7A-4E49-965A-C530A09B56BD}" srcOrd="1" destOrd="0" presId="urn:microsoft.com/office/officeart/2018/2/layout/IconVerticalSolidList"/>
    <dgm:cxn modelId="{E4F197BD-6D9A-4574-B97C-C18CE1BBDF51}" type="presParOf" srcId="{5435C813-FD13-4FCB-9BEE-E01512DC82E0}" destId="{C4EFC403-FA56-47B5-8F13-6480DD214C22}" srcOrd="2" destOrd="0" presId="urn:microsoft.com/office/officeart/2018/2/layout/IconVerticalSolidList"/>
    <dgm:cxn modelId="{6113D801-E8C0-47C7-9376-4A88AD36E812}" type="presParOf" srcId="{5435C813-FD13-4FCB-9BEE-E01512DC82E0}" destId="{21C2F75A-DB33-4102-BB6D-124370B13154}" srcOrd="3" destOrd="0" presId="urn:microsoft.com/office/officeart/2018/2/layout/IconVerticalSolidList"/>
    <dgm:cxn modelId="{351B2A9F-B147-43A4-9107-AF31CF13F0DE}" type="presParOf" srcId="{CD490F3A-167E-4ECA-8767-376B4EA1758A}" destId="{004B3C76-6EA5-4F0A-AD84-EFB1F8B04FE1}" srcOrd="3" destOrd="0" presId="urn:microsoft.com/office/officeart/2018/2/layout/IconVerticalSolidList"/>
    <dgm:cxn modelId="{48DA1CAF-9F94-43CC-A864-DA3062BBF0FA}" type="presParOf" srcId="{CD490F3A-167E-4ECA-8767-376B4EA1758A}" destId="{A7744552-F6A9-4993-A1B2-8C994FB2CBC8}" srcOrd="4" destOrd="0" presId="urn:microsoft.com/office/officeart/2018/2/layout/IconVerticalSolidList"/>
    <dgm:cxn modelId="{CA6EBD96-B2B0-4A29-96B0-7DE2085BB224}" type="presParOf" srcId="{A7744552-F6A9-4993-A1B2-8C994FB2CBC8}" destId="{261D4ED6-0290-4B10-B295-57AC12AD6EF6}" srcOrd="0" destOrd="0" presId="urn:microsoft.com/office/officeart/2018/2/layout/IconVerticalSolidList"/>
    <dgm:cxn modelId="{BFDB0076-8945-4C47-BCED-93BAD93DAF0B}" type="presParOf" srcId="{A7744552-F6A9-4993-A1B2-8C994FB2CBC8}" destId="{6B63A245-8844-4191-83E4-BA4EA376D46F}" srcOrd="1" destOrd="0" presId="urn:microsoft.com/office/officeart/2018/2/layout/IconVerticalSolidList"/>
    <dgm:cxn modelId="{B2A0D4CB-76CF-4BCF-BD82-6028DF5F38CF}" type="presParOf" srcId="{A7744552-F6A9-4993-A1B2-8C994FB2CBC8}" destId="{769F294C-41DA-40CC-ADAA-A3E6A068089D}" srcOrd="2" destOrd="0" presId="urn:microsoft.com/office/officeart/2018/2/layout/IconVerticalSolidList"/>
    <dgm:cxn modelId="{6D6F08E4-12FB-49B4-AA56-69120160E5DF}" type="presParOf" srcId="{A7744552-F6A9-4993-A1B2-8C994FB2CBC8}" destId="{5267D1E6-6CCD-429F-A2AF-3654E55D4B2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58A2CC-5B91-4C31-B4EA-E29680BAC303}" type="doc">
      <dgm:prSet loTypeId="urn:microsoft.com/office/officeart/2005/8/layout/process5" loCatId="process" qsTypeId="urn:microsoft.com/office/officeart/2005/8/quickstyle/simple4" qsCatId="simple" csTypeId="urn:microsoft.com/office/officeart/2005/8/colors/colorful1" csCatId="colorful"/>
      <dgm:spPr/>
      <dgm:t>
        <a:bodyPr/>
        <a:lstStyle/>
        <a:p>
          <a:endParaRPr lang="en-US"/>
        </a:p>
      </dgm:t>
    </dgm:pt>
    <dgm:pt modelId="{DC17258E-D855-4A08-AFB9-99477CEAA09B}">
      <dgm:prSet/>
      <dgm:spPr/>
      <dgm:t>
        <a:bodyPr/>
        <a:lstStyle/>
        <a:p>
          <a:r>
            <a:rPr lang="en-US"/>
            <a:t>Source code will often contain the internal systems and even sensitive information.</a:t>
          </a:r>
        </a:p>
      </dgm:t>
    </dgm:pt>
    <dgm:pt modelId="{3A232801-408A-4EA8-A579-DD36DE4BF091}" type="parTrans" cxnId="{E6AE84C4-F5F6-4B06-AB2E-D02AE4ED4ED1}">
      <dgm:prSet/>
      <dgm:spPr/>
      <dgm:t>
        <a:bodyPr/>
        <a:lstStyle/>
        <a:p>
          <a:endParaRPr lang="en-US"/>
        </a:p>
      </dgm:t>
    </dgm:pt>
    <dgm:pt modelId="{6813E842-C447-40D1-B83D-16C81E8E7A96}" type="sibTrans" cxnId="{E6AE84C4-F5F6-4B06-AB2E-D02AE4ED4ED1}">
      <dgm:prSet/>
      <dgm:spPr/>
      <dgm:t>
        <a:bodyPr/>
        <a:lstStyle/>
        <a:p>
          <a:endParaRPr lang="en-US"/>
        </a:p>
      </dgm:t>
    </dgm:pt>
    <dgm:pt modelId="{D84AF78A-7BF2-462D-AA62-CF4222A9F360}">
      <dgm:prSet/>
      <dgm:spPr/>
      <dgm:t>
        <a:bodyPr/>
        <a:lstStyle/>
        <a:p>
          <a:r>
            <a:rPr lang="en-US"/>
            <a:t>Unauthorized access can not only lead to consequences like code theft, but the attacker could also inject malicious code that could cause the entire system to collapse.</a:t>
          </a:r>
        </a:p>
      </dgm:t>
    </dgm:pt>
    <dgm:pt modelId="{C702C7C4-2F47-4315-A715-F8E919BC643E}" type="parTrans" cxnId="{56B9AECE-385C-4C6E-90B2-DF7DC0703BB9}">
      <dgm:prSet/>
      <dgm:spPr/>
      <dgm:t>
        <a:bodyPr/>
        <a:lstStyle/>
        <a:p>
          <a:endParaRPr lang="en-US"/>
        </a:p>
      </dgm:t>
    </dgm:pt>
    <dgm:pt modelId="{AD494397-CC1F-471C-8A73-5029B60E917D}" type="sibTrans" cxnId="{56B9AECE-385C-4C6E-90B2-DF7DC0703BB9}">
      <dgm:prSet/>
      <dgm:spPr/>
      <dgm:t>
        <a:bodyPr/>
        <a:lstStyle/>
        <a:p>
          <a:endParaRPr lang="en-US"/>
        </a:p>
      </dgm:t>
    </dgm:pt>
    <dgm:pt modelId="{BAC0BB13-3D7C-417D-8807-F5DE29B2002A}">
      <dgm:prSet/>
      <dgm:spPr/>
      <dgm:t>
        <a:bodyPr/>
        <a:lstStyle/>
        <a:p>
          <a:r>
            <a:rPr lang="en-US"/>
            <a:t>A failure in security will definitely damage any trust and reputation you may have.</a:t>
          </a:r>
        </a:p>
      </dgm:t>
    </dgm:pt>
    <dgm:pt modelId="{135BC009-C23A-40EF-A48C-91EF06312887}" type="parTrans" cxnId="{10E35ED5-00A0-48B1-A0A7-83DA0731EFC3}">
      <dgm:prSet/>
      <dgm:spPr/>
      <dgm:t>
        <a:bodyPr/>
        <a:lstStyle/>
        <a:p>
          <a:endParaRPr lang="en-US"/>
        </a:p>
      </dgm:t>
    </dgm:pt>
    <dgm:pt modelId="{142F6D5C-8821-4842-88B7-E97DCA4666F0}" type="sibTrans" cxnId="{10E35ED5-00A0-48B1-A0A7-83DA0731EFC3}">
      <dgm:prSet/>
      <dgm:spPr/>
      <dgm:t>
        <a:bodyPr/>
        <a:lstStyle/>
        <a:p>
          <a:endParaRPr lang="en-US"/>
        </a:p>
      </dgm:t>
    </dgm:pt>
    <dgm:pt modelId="{094AE57A-7004-4CC3-A45A-6DA8A3EEE288}" type="pres">
      <dgm:prSet presAssocID="{E458A2CC-5B91-4C31-B4EA-E29680BAC303}" presName="diagram" presStyleCnt="0">
        <dgm:presLayoutVars>
          <dgm:dir/>
          <dgm:resizeHandles val="exact"/>
        </dgm:presLayoutVars>
      </dgm:prSet>
      <dgm:spPr/>
    </dgm:pt>
    <dgm:pt modelId="{9548AAAD-DE9F-49AB-9DFB-3E99842FC2F2}" type="pres">
      <dgm:prSet presAssocID="{DC17258E-D855-4A08-AFB9-99477CEAA09B}" presName="node" presStyleLbl="node1" presStyleIdx="0" presStyleCnt="3">
        <dgm:presLayoutVars>
          <dgm:bulletEnabled val="1"/>
        </dgm:presLayoutVars>
      </dgm:prSet>
      <dgm:spPr/>
    </dgm:pt>
    <dgm:pt modelId="{F928F6E6-27BB-48ED-9BC8-C40EBC2C4186}" type="pres">
      <dgm:prSet presAssocID="{6813E842-C447-40D1-B83D-16C81E8E7A96}" presName="sibTrans" presStyleLbl="sibTrans2D1" presStyleIdx="0" presStyleCnt="2"/>
      <dgm:spPr/>
    </dgm:pt>
    <dgm:pt modelId="{64767565-D486-4EFE-BBD9-6AEA59C138E2}" type="pres">
      <dgm:prSet presAssocID="{6813E842-C447-40D1-B83D-16C81E8E7A96}" presName="connectorText" presStyleLbl="sibTrans2D1" presStyleIdx="0" presStyleCnt="2"/>
      <dgm:spPr/>
    </dgm:pt>
    <dgm:pt modelId="{77F7FB25-7F71-48E6-8156-77FC2D90A334}" type="pres">
      <dgm:prSet presAssocID="{D84AF78A-7BF2-462D-AA62-CF4222A9F360}" presName="node" presStyleLbl="node1" presStyleIdx="1" presStyleCnt="3">
        <dgm:presLayoutVars>
          <dgm:bulletEnabled val="1"/>
        </dgm:presLayoutVars>
      </dgm:prSet>
      <dgm:spPr/>
    </dgm:pt>
    <dgm:pt modelId="{E9EE845B-D020-4956-994A-F2E5BB346133}" type="pres">
      <dgm:prSet presAssocID="{AD494397-CC1F-471C-8A73-5029B60E917D}" presName="sibTrans" presStyleLbl="sibTrans2D1" presStyleIdx="1" presStyleCnt="2"/>
      <dgm:spPr/>
    </dgm:pt>
    <dgm:pt modelId="{67443548-4C92-4F18-A7B2-96F13044A91C}" type="pres">
      <dgm:prSet presAssocID="{AD494397-CC1F-471C-8A73-5029B60E917D}" presName="connectorText" presStyleLbl="sibTrans2D1" presStyleIdx="1" presStyleCnt="2"/>
      <dgm:spPr/>
    </dgm:pt>
    <dgm:pt modelId="{A332DA32-5CC0-49A6-B50E-61A9187F9EF4}" type="pres">
      <dgm:prSet presAssocID="{BAC0BB13-3D7C-417D-8807-F5DE29B2002A}" presName="node" presStyleLbl="node1" presStyleIdx="2" presStyleCnt="3">
        <dgm:presLayoutVars>
          <dgm:bulletEnabled val="1"/>
        </dgm:presLayoutVars>
      </dgm:prSet>
      <dgm:spPr/>
    </dgm:pt>
  </dgm:ptLst>
  <dgm:cxnLst>
    <dgm:cxn modelId="{D8169C5E-3237-4141-93D0-46C48A8F42F2}" type="presOf" srcId="{6813E842-C447-40D1-B83D-16C81E8E7A96}" destId="{64767565-D486-4EFE-BBD9-6AEA59C138E2}" srcOrd="1" destOrd="0" presId="urn:microsoft.com/office/officeart/2005/8/layout/process5"/>
    <dgm:cxn modelId="{0DB2C36A-1DF9-43BD-A784-843160C7759C}" type="presOf" srcId="{6813E842-C447-40D1-B83D-16C81E8E7A96}" destId="{F928F6E6-27BB-48ED-9BC8-C40EBC2C4186}" srcOrd="0" destOrd="0" presId="urn:microsoft.com/office/officeart/2005/8/layout/process5"/>
    <dgm:cxn modelId="{D994004C-D58E-4E0E-A275-AAAB4641E03A}" type="presOf" srcId="{AD494397-CC1F-471C-8A73-5029B60E917D}" destId="{E9EE845B-D020-4956-994A-F2E5BB346133}" srcOrd="0" destOrd="0" presId="urn:microsoft.com/office/officeart/2005/8/layout/process5"/>
    <dgm:cxn modelId="{0628F596-B314-42C6-A846-10AACE0A23F5}" type="presOf" srcId="{D84AF78A-7BF2-462D-AA62-CF4222A9F360}" destId="{77F7FB25-7F71-48E6-8156-77FC2D90A334}" srcOrd="0" destOrd="0" presId="urn:microsoft.com/office/officeart/2005/8/layout/process5"/>
    <dgm:cxn modelId="{8AF029C1-5C2D-42B7-9FBC-C8DB67504213}" type="presOf" srcId="{BAC0BB13-3D7C-417D-8807-F5DE29B2002A}" destId="{A332DA32-5CC0-49A6-B50E-61A9187F9EF4}" srcOrd="0" destOrd="0" presId="urn:microsoft.com/office/officeart/2005/8/layout/process5"/>
    <dgm:cxn modelId="{E6AE84C4-F5F6-4B06-AB2E-D02AE4ED4ED1}" srcId="{E458A2CC-5B91-4C31-B4EA-E29680BAC303}" destId="{DC17258E-D855-4A08-AFB9-99477CEAA09B}" srcOrd="0" destOrd="0" parTransId="{3A232801-408A-4EA8-A579-DD36DE4BF091}" sibTransId="{6813E842-C447-40D1-B83D-16C81E8E7A96}"/>
    <dgm:cxn modelId="{56B9AECE-385C-4C6E-90B2-DF7DC0703BB9}" srcId="{E458A2CC-5B91-4C31-B4EA-E29680BAC303}" destId="{D84AF78A-7BF2-462D-AA62-CF4222A9F360}" srcOrd="1" destOrd="0" parTransId="{C702C7C4-2F47-4315-A715-F8E919BC643E}" sibTransId="{AD494397-CC1F-471C-8A73-5029B60E917D}"/>
    <dgm:cxn modelId="{7AFF7BCF-AF22-48B7-BC20-1B3169B25267}" type="presOf" srcId="{DC17258E-D855-4A08-AFB9-99477CEAA09B}" destId="{9548AAAD-DE9F-49AB-9DFB-3E99842FC2F2}" srcOrd="0" destOrd="0" presId="urn:microsoft.com/office/officeart/2005/8/layout/process5"/>
    <dgm:cxn modelId="{800CA9D4-AF3E-4752-B063-FBE98496BE73}" type="presOf" srcId="{E458A2CC-5B91-4C31-B4EA-E29680BAC303}" destId="{094AE57A-7004-4CC3-A45A-6DA8A3EEE288}" srcOrd="0" destOrd="0" presId="urn:microsoft.com/office/officeart/2005/8/layout/process5"/>
    <dgm:cxn modelId="{10E35ED5-00A0-48B1-A0A7-83DA0731EFC3}" srcId="{E458A2CC-5B91-4C31-B4EA-E29680BAC303}" destId="{BAC0BB13-3D7C-417D-8807-F5DE29B2002A}" srcOrd="2" destOrd="0" parTransId="{135BC009-C23A-40EF-A48C-91EF06312887}" sibTransId="{142F6D5C-8821-4842-88B7-E97DCA4666F0}"/>
    <dgm:cxn modelId="{9660F9F3-33D1-47DA-BAD8-71AEEFD0BC5C}" type="presOf" srcId="{AD494397-CC1F-471C-8A73-5029B60E917D}" destId="{67443548-4C92-4F18-A7B2-96F13044A91C}" srcOrd="1" destOrd="0" presId="urn:microsoft.com/office/officeart/2005/8/layout/process5"/>
    <dgm:cxn modelId="{FA9578BA-1162-4ECA-AB50-D4988A17922D}" type="presParOf" srcId="{094AE57A-7004-4CC3-A45A-6DA8A3EEE288}" destId="{9548AAAD-DE9F-49AB-9DFB-3E99842FC2F2}" srcOrd="0" destOrd="0" presId="urn:microsoft.com/office/officeart/2005/8/layout/process5"/>
    <dgm:cxn modelId="{BDBF4D30-E6BF-436D-BD24-7A15AE5B2E46}" type="presParOf" srcId="{094AE57A-7004-4CC3-A45A-6DA8A3EEE288}" destId="{F928F6E6-27BB-48ED-9BC8-C40EBC2C4186}" srcOrd="1" destOrd="0" presId="urn:microsoft.com/office/officeart/2005/8/layout/process5"/>
    <dgm:cxn modelId="{E343FD1F-1769-44E6-8B5C-484719B8C0CA}" type="presParOf" srcId="{F928F6E6-27BB-48ED-9BC8-C40EBC2C4186}" destId="{64767565-D486-4EFE-BBD9-6AEA59C138E2}" srcOrd="0" destOrd="0" presId="urn:microsoft.com/office/officeart/2005/8/layout/process5"/>
    <dgm:cxn modelId="{AF7984D1-7A63-4A7B-AA1C-AC0A3BD47938}" type="presParOf" srcId="{094AE57A-7004-4CC3-A45A-6DA8A3EEE288}" destId="{77F7FB25-7F71-48E6-8156-77FC2D90A334}" srcOrd="2" destOrd="0" presId="urn:microsoft.com/office/officeart/2005/8/layout/process5"/>
    <dgm:cxn modelId="{B681A1E3-04B3-406E-B3D6-77CAF914C8AB}" type="presParOf" srcId="{094AE57A-7004-4CC3-A45A-6DA8A3EEE288}" destId="{E9EE845B-D020-4956-994A-F2E5BB346133}" srcOrd="3" destOrd="0" presId="urn:microsoft.com/office/officeart/2005/8/layout/process5"/>
    <dgm:cxn modelId="{D216B9D8-DB05-4BD9-BA92-6E4CD84872D3}" type="presParOf" srcId="{E9EE845B-D020-4956-994A-F2E5BB346133}" destId="{67443548-4C92-4F18-A7B2-96F13044A91C}" srcOrd="0" destOrd="0" presId="urn:microsoft.com/office/officeart/2005/8/layout/process5"/>
    <dgm:cxn modelId="{3778AECB-8B13-4B3F-A3FF-D997B8463CE0}" type="presParOf" srcId="{094AE57A-7004-4CC3-A45A-6DA8A3EEE288}" destId="{A332DA32-5CC0-49A6-B50E-61A9187F9EF4}" srcOrd="4"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B338601-286E-44FF-8BE0-216DDFF81E1E}"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681F0D65-0D8F-4D55-B025-081D9B5B5D30}">
      <dgm:prSet/>
      <dgm:spPr/>
      <dgm:t>
        <a:bodyPr/>
        <a:lstStyle/>
        <a:p>
          <a:pPr>
            <a:defRPr cap="all"/>
          </a:pPr>
          <a:r>
            <a:rPr lang="en-US"/>
            <a:t>Having strong authentication measures ensures that only users who are authorized can access the repository.</a:t>
          </a:r>
        </a:p>
      </dgm:t>
    </dgm:pt>
    <dgm:pt modelId="{F4510261-2AC9-40D3-83A6-DD903F7555E4}" type="parTrans" cxnId="{B2B7FA40-4FFC-406F-9ACB-A453265DDD9F}">
      <dgm:prSet/>
      <dgm:spPr/>
      <dgm:t>
        <a:bodyPr/>
        <a:lstStyle/>
        <a:p>
          <a:endParaRPr lang="en-US"/>
        </a:p>
      </dgm:t>
    </dgm:pt>
    <dgm:pt modelId="{AD9858F3-243D-4BAD-B944-C5684DB29E0A}" type="sibTrans" cxnId="{B2B7FA40-4FFC-406F-9ACB-A453265DDD9F}">
      <dgm:prSet/>
      <dgm:spPr/>
      <dgm:t>
        <a:bodyPr/>
        <a:lstStyle/>
        <a:p>
          <a:endParaRPr lang="en-US"/>
        </a:p>
      </dgm:t>
    </dgm:pt>
    <dgm:pt modelId="{295393E9-373F-44C8-9B3E-6DC31D6ADBDE}">
      <dgm:prSet/>
      <dgm:spPr/>
      <dgm:t>
        <a:bodyPr/>
        <a:lstStyle/>
        <a:p>
          <a:pPr>
            <a:defRPr cap="all"/>
          </a:pPr>
          <a:r>
            <a:rPr lang="en-US" dirty="0"/>
            <a:t>Use strong methods like multi-factor authentication to add an additional level of security and ensure that accounts are less likely to be compromised.</a:t>
          </a:r>
        </a:p>
      </dgm:t>
    </dgm:pt>
    <dgm:pt modelId="{7F39E4C1-073B-4539-8546-BA92DDD0804E}" type="parTrans" cxnId="{36B47793-A2F6-4F3C-B1BE-D6F736776C9C}">
      <dgm:prSet/>
      <dgm:spPr/>
      <dgm:t>
        <a:bodyPr/>
        <a:lstStyle/>
        <a:p>
          <a:endParaRPr lang="en-US"/>
        </a:p>
      </dgm:t>
    </dgm:pt>
    <dgm:pt modelId="{EE81C28D-40BD-454B-9D76-1AD4FBFA740A}" type="sibTrans" cxnId="{36B47793-A2F6-4F3C-B1BE-D6F736776C9C}">
      <dgm:prSet/>
      <dgm:spPr/>
      <dgm:t>
        <a:bodyPr/>
        <a:lstStyle/>
        <a:p>
          <a:endParaRPr lang="en-US"/>
        </a:p>
      </dgm:t>
    </dgm:pt>
    <dgm:pt modelId="{C389A224-AD1E-459E-AC0A-6C37CC5B0AC0}" type="pres">
      <dgm:prSet presAssocID="{AB338601-286E-44FF-8BE0-216DDFF81E1E}" presName="root" presStyleCnt="0">
        <dgm:presLayoutVars>
          <dgm:dir/>
          <dgm:resizeHandles val="exact"/>
        </dgm:presLayoutVars>
      </dgm:prSet>
      <dgm:spPr/>
    </dgm:pt>
    <dgm:pt modelId="{34F6A7E5-D67F-4594-8D70-C63DCA467FD2}" type="pres">
      <dgm:prSet presAssocID="{681F0D65-0D8F-4D55-B025-081D9B5B5D30}" presName="compNode" presStyleCnt="0"/>
      <dgm:spPr/>
    </dgm:pt>
    <dgm:pt modelId="{22C1DFB7-B0E0-4BA2-B8A8-3811D4B2A2D6}" type="pres">
      <dgm:prSet presAssocID="{681F0D65-0D8F-4D55-B025-081D9B5B5D30}" presName="iconBgRect" presStyleLbl="bgShp" presStyleIdx="0" presStyleCnt="2"/>
      <dgm:spPr>
        <a:prstGeom prst="round2DiagRect">
          <a:avLst>
            <a:gd name="adj1" fmla="val 29727"/>
            <a:gd name="adj2" fmla="val 0"/>
          </a:avLst>
        </a:prstGeom>
      </dgm:spPr>
    </dgm:pt>
    <dgm:pt modelId="{3EB55C7A-10B2-4D3A-8E87-8E112CC8A8D5}" type="pres">
      <dgm:prSet presAssocID="{681F0D65-0D8F-4D55-B025-081D9B5B5D3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nlock"/>
        </a:ext>
      </dgm:extLst>
    </dgm:pt>
    <dgm:pt modelId="{5051A766-D610-44B6-B8CB-A8935C698775}" type="pres">
      <dgm:prSet presAssocID="{681F0D65-0D8F-4D55-B025-081D9B5B5D30}" presName="spaceRect" presStyleCnt="0"/>
      <dgm:spPr/>
    </dgm:pt>
    <dgm:pt modelId="{A2891F13-FABD-4FB1-9598-3A991B567B18}" type="pres">
      <dgm:prSet presAssocID="{681F0D65-0D8F-4D55-B025-081D9B5B5D30}" presName="textRect" presStyleLbl="revTx" presStyleIdx="0" presStyleCnt="2">
        <dgm:presLayoutVars>
          <dgm:chMax val="1"/>
          <dgm:chPref val="1"/>
        </dgm:presLayoutVars>
      </dgm:prSet>
      <dgm:spPr/>
    </dgm:pt>
    <dgm:pt modelId="{BDCC3345-5FE8-41DA-B17E-FA813E13D5E5}" type="pres">
      <dgm:prSet presAssocID="{AD9858F3-243D-4BAD-B944-C5684DB29E0A}" presName="sibTrans" presStyleCnt="0"/>
      <dgm:spPr/>
    </dgm:pt>
    <dgm:pt modelId="{E9EA5113-91A1-4148-96A1-69EE01DBBCEF}" type="pres">
      <dgm:prSet presAssocID="{295393E9-373F-44C8-9B3E-6DC31D6ADBDE}" presName="compNode" presStyleCnt="0"/>
      <dgm:spPr/>
    </dgm:pt>
    <dgm:pt modelId="{8574D559-6AF2-47FD-B1D8-F6A0233C3A00}" type="pres">
      <dgm:prSet presAssocID="{295393E9-373F-44C8-9B3E-6DC31D6ADBDE}" presName="iconBgRect" presStyleLbl="bgShp" presStyleIdx="1" presStyleCnt="2"/>
      <dgm:spPr>
        <a:prstGeom prst="round2DiagRect">
          <a:avLst>
            <a:gd name="adj1" fmla="val 29727"/>
            <a:gd name="adj2" fmla="val 0"/>
          </a:avLst>
        </a:prstGeom>
      </dgm:spPr>
    </dgm:pt>
    <dgm:pt modelId="{63A14ACB-B7E0-4C3D-87E6-B784483925AC}" type="pres">
      <dgm:prSet presAssocID="{295393E9-373F-44C8-9B3E-6DC31D6ADBD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ey"/>
        </a:ext>
      </dgm:extLst>
    </dgm:pt>
    <dgm:pt modelId="{2A610018-4C5E-4E72-89A9-711248644100}" type="pres">
      <dgm:prSet presAssocID="{295393E9-373F-44C8-9B3E-6DC31D6ADBDE}" presName="spaceRect" presStyleCnt="0"/>
      <dgm:spPr/>
    </dgm:pt>
    <dgm:pt modelId="{D281430F-6D7F-415A-A05A-E895936844C0}" type="pres">
      <dgm:prSet presAssocID="{295393E9-373F-44C8-9B3E-6DC31D6ADBDE}" presName="textRect" presStyleLbl="revTx" presStyleIdx="1" presStyleCnt="2">
        <dgm:presLayoutVars>
          <dgm:chMax val="1"/>
          <dgm:chPref val="1"/>
        </dgm:presLayoutVars>
      </dgm:prSet>
      <dgm:spPr/>
    </dgm:pt>
  </dgm:ptLst>
  <dgm:cxnLst>
    <dgm:cxn modelId="{B2B7FA40-4FFC-406F-9ACB-A453265DDD9F}" srcId="{AB338601-286E-44FF-8BE0-216DDFF81E1E}" destId="{681F0D65-0D8F-4D55-B025-081D9B5B5D30}" srcOrd="0" destOrd="0" parTransId="{F4510261-2AC9-40D3-83A6-DD903F7555E4}" sibTransId="{AD9858F3-243D-4BAD-B944-C5684DB29E0A}"/>
    <dgm:cxn modelId="{78DB6F6B-DDA8-482B-B342-0BC96FC3590D}" type="presOf" srcId="{681F0D65-0D8F-4D55-B025-081D9B5B5D30}" destId="{A2891F13-FABD-4FB1-9598-3A991B567B18}" srcOrd="0" destOrd="0" presId="urn:microsoft.com/office/officeart/2018/5/layout/IconLeafLabelList"/>
    <dgm:cxn modelId="{36B47793-A2F6-4F3C-B1BE-D6F736776C9C}" srcId="{AB338601-286E-44FF-8BE0-216DDFF81E1E}" destId="{295393E9-373F-44C8-9B3E-6DC31D6ADBDE}" srcOrd="1" destOrd="0" parTransId="{7F39E4C1-073B-4539-8546-BA92DDD0804E}" sibTransId="{EE81C28D-40BD-454B-9D76-1AD4FBFA740A}"/>
    <dgm:cxn modelId="{05CD7FDE-04E4-4850-80A1-7C2687280BE0}" type="presOf" srcId="{AB338601-286E-44FF-8BE0-216DDFF81E1E}" destId="{C389A224-AD1E-459E-AC0A-6C37CC5B0AC0}" srcOrd="0" destOrd="0" presId="urn:microsoft.com/office/officeart/2018/5/layout/IconLeafLabelList"/>
    <dgm:cxn modelId="{3682ADEF-212D-4E81-B297-A051CB178B39}" type="presOf" srcId="{295393E9-373F-44C8-9B3E-6DC31D6ADBDE}" destId="{D281430F-6D7F-415A-A05A-E895936844C0}" srcOrd="0" destOrd="0" presId="urn:microsoft.com/office/officeart/2018/5/layout/IconLeafLabelList"/>
    <dgm:cxn modelId="{716924A5-B97A-4C28-A2D7-CDE63B4E2C13}" type="presParOf" srcId="{C389A224-AD1E-459E-AC0A-6C37CC5B0AC0}" destId="{34F6A7E5-D67F-4594-8D70-C63DCA467FD2}" srcOrd="0" destOrd="0" presId="urn:microsoft.com/office/officeart/2018/5/layout/IconLeafLabelList"/>
    <dgm:cxn modelId="{63348B63-5523-4942-AD44-A441D6D998E2}" type="presParOf" srcId="{34F6A7E5-D67F-4594-8D70-C63DCA467FD2}" destId="{22C1DFB7-B0E0-4BA2-B8A8-3811D4B2A2D6}" srcOrd="0" destOrd="0" presId="urn:microsoft.com/office/officeart/2018/5/layout/IconLeafLabelList"/>
    <dgm:cxn modelId="{534EBE0E-5906-4C3E-9E52-6B25A796F69A}" type="presParOf" srcId="{34F6A7E5-D67F-4594-8D70-C63DCA467FD2}" destId="{3EB55C7A-10B2-4D3A-8E87-8E112CC8A8D5}" srcOrd="1" destOrd="0" presId="urn:microsoft.com/office/officeart/2018/5/layout/IconLeafLabelList"/>
    <dgm:cxn modelId="{59F5ADF0-3DB0-46E7-A270-73269EC1B028}" type="presParOf" srcId="{34F6A7E5-D67F-4594-8D70-C63DCA467FD2}" destId="{5051A766-D610-44B6-B8CB-A8935C698775}" srcOrd="2" destOrd="0" presId="urn:microsoft.com/office/officeart/2018/5/layout/IconLeafLabelList"/>
    <dgm:cxn modelId="{3E7169F2-ADE0-40E2-AC33-8C79CF18B7A8}" type="presParOf" srcId="{34F6A7E5-D67F-4594-8D70-C63DCA467FD2}" destId="{A2891F13-FABD-4FB1-9598-3A991B567B18}" srcOrd="3" destOrd="0" presId="urn:microsoft.com/office/officeart/2018/5/layout/IconLeafLabelList"/>
    <dgm:cxn modelId="{AF10192B-72F9-4980-B33B-07758954FDDB}" type="presParOf" srcId="{C389A224-AD1E-459E-AC0A-6C37CC5B0AC0}" destId="{BDCC3345-5FE8-41DA-B17E-FA813E13D5E5}" srcOrd="1" destOrd="0" presId="urn:microsoft.com/office/officeart/2018/5/layout/IconLeafLabelList"/>
    <dgm:cxn modelId="{BBCBE220-1F4F-4204-AA72-7CFAB2573548}" type="presParOf" srcId="{C389A224-AD1E-459E-AC0A-6C37CC5B0AC0}" destId="{E9EA5113-91A1-4148-96A1-69EE01DBBCEF}" srcOrd="2" destOrd="0" presId="urn:microsoft.com/office/officeart/2018/5/layout/IconLeafLabelList"/>
    <dgm:cxn modelId="{EDDD7883-5DB2-459D-8D37-E6A7EB3996D9}" type="presParOf" srcId="{E9EA5113-91A1-4148-96A1-69EE01DBBCEF}" destId="{8574D559-6AF2-47FD-B1D8-F6A0233C3A00}" srcOrd="0" destOrd="0" presId="urn:microsoft.com/office/officeart/2018/5/layout/IconLeafLabelList"/>
    <dgm:cxn modelId="{79B36A19-5459-4143-BEBD-B325B3C556FE}" type="presParOf" srcId="{E9EA5113-91A1-4148-96A1-69EE01DBBCEF}" destId="{63A14ACB-B7E0-4C3D-87E6-B784483925AC}" srcOrd="1" destOrd="0" presId="urn:microsoft.com/office/officeart/2018/5/layout/IconLeafLabelList"/>
    <dgm:cxn modelId="{90EE7228-C4B5-4B15-B3BD-E5DC424EC854}" type="presParOf" srcId="{E9EA5113-91A1-4148-96A1-69EE01DBBCEF}" destId="{2A610018-4C5E-4E72-89A9-711248644100}" srcOrd="2" destOrd="0" presId="urn:microsoft.com/office/officeart/2018/5/layout/IconLeafLabelList"/>
    <dgm:cxn modelId="{F649995C-E3DD-4A3F-8C6B-1676972C5B49}" type="presParOf" srcId="{E9EA5113-91A1-4148-96A1-69EE01DBBCEF}" destId="{D281430F-6D7F-415A-A05A-E895936844C0}"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02F1C83-48E0-4E17-BD6C-9754AA011106}"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CEADA98-F5F7-4334-8BDB-458F6B54A828}">
      <dgm:prSet/>
      <dgm:spPr/>
      <dgm:t>
        <a:bodyPr/>
        <a:lstStyle/>
        <a:p>
          <a:pPr>
            <a:defRPr cap="all"/>
          </a:pPr>
          <a:r>
            <a:rPr lang="en-US"/>
            <a:t>Sensitive information should never be stored directly in the source code in case of a breach.</a:t>
          </a:r>
        </a:p>
      </dgm:t>
    </dgm:pt>
    <dgm:pt modelId="{B4D606FB-8636-4EBE-9BD5-02228EB59FA9}" type="parTrans" cxnId="{48E49501-23C9-4E10-A17D-977F5D1544D8}">
      <dgm:prSet/>
      <dgm:spPr/>
      <dgm:t>
        <a:bodyPr/>
        <a:lstStyle/>
        <a:p>
          <a:endParaRPr lang="en-US"/>
        </a:p>
      </dgm:t>
    </dgm:pt>
    <dgm:pt modelId="{CA081585-F893-4189-9ECE-5802638EA955}" type="sibTrans" cxnId="{48E49501-23C9-4E10-A17D-977F5D1544D8}">
      <dgm:prSet/>
      <dgm:spPr/>
      <dgm:t>
        <a:bodyPr/>
        <a:lstStyle/>
        <a:p>
          <a:endParaRPr lang="en-US"/>
        </a:p>
      </dgm:t>
    </dgm:pt>
    <dgm:pt modelId="{B0C0DFAE-A900-4A2A-9A49-27B0309183DB}">
      <dgm:prSet/>
      <dgm:spPr/>
      <dgm:t>
        <a:bodyPr/>
        <a:lstStyle/>
        <a:p>
          <a:pPr>
            <a:defRPr cap="all"/>
          </a:pPr>
          <a:r>
            <a:rPr lang="en-US"/>
            <a:t>If credentials are ever accidentally stored in the repository then would-be attackers could use that to access the system.</a:t>
          </a:r>
        </a:p>
      </dgm:t>
    </dgm:pt>
    <dgm:pt modelId="{7D29FA16-0708-4232-A26F-A53F197EE761}" type="parTrans" cxnId="{F29837B5-5BE3-4D88-8892-A6B096F91CCD}">
      <dgm:prSet/>
      <dgm:spPr/>
      <dgm:t>
        <a:bodyPr/>
        <a:lstStyle/>
        <a:p>
          <a:endParaRPr lang="en-US"/>
        </a:p>
      </dgm:t>
    </dgm:pt>
    <dgm:pt modelId="{F107046C-F5FA-4478-ACF3-7AC9FF91996D}" type="sibTrans" cxnId="{F29837B5-5BE3-4D88-8892-A6B096F91CCD}">
      <dgm:prSet/>
      <dgm:spPr/>
      <dgm:t>
        <a:bodyPr/>
        <a:lstStyle/>
        <a:p>
          <a:endParaRPr lang="en-US"/>
        </a:p>
      </dgm:t>
    </dgm:pt>
    <dgm:pt modelId="{6B2D2D5F-7AE3-4B02-8751-35AEDDCF7DB1}">
      <dgm:prSet/>
      <dgm:spPr/>
      <dgm:t>
        <a:bodyPr/>
        <a:lstStyle/>
        <a:p>
          <a:pPr>
            <a:defRPr cap="all"/>
          </a:pPr>
          <a:r>
            <a:rPr lang="en-US"/>
            <a:t>If there ever is a time when sensitive information is committed to the repository make sure to remove them in a timely manner.</a:t>
          </a:r>
        </a:p>
      </dgm:t>
    </dgm:pt>
    <dgm:pt modelId="{F429A323-8C5E-4A1C-B1FB-EFDF62A51BB9}" type="parTrans" cxnId="{7DD4A2A8-2AF2-46C9-8605-1B733DA95981}">
      <dgm:prSet/>
      <dgm:spPr/>
      <dgm:t>
        <a:bodyPr/>
        <a:lstStyle/>
        <a:p>
          <a:endParaRPr lang="en-US"/>
        </a:p>
      </dgm:t>
    </dgm:pt>
    <dgm:pt modelId="{3B8E1E38-64A5-41E6-9AB6-526FA9D16AAC}" type="sibTrans" cxnId="{7DD4A2A8-2AF2-46C9-8605-1B733DA95981}">
      <dgm:prSet/>
      <dgm:spPr/>
      <dgm:t>
        <a:bodyPr/>
        <a:lstStyle/>
        <a:p>
          <a:endParaRPr lang="en-US"/>
        </a:p>
      </dgm:t>
    </dgm:pt>
    <dgm:pt modelId="{93136112-3058-4A4D-8340-84E27C7B1D9C}" type="pres">
      <dgm:prSet presAssocID="{802F1C83-48E0-4E17-BD6C-9754AA011106}" presName="root" presStyleCnt="0">
        <dgm:presLayoutVars>
          <dgm:dir/>
          <dgm:resizeHandles val="exact"/>
        </dgm:presLayoutVars>
      </dgm:prSet>
      <dgm:spPr/>
    </dgm:pt>
    <dgm:pt modelId="{D58907CF-6DFE-4691-99B5-03135BE52B3D}" type="pres">
      <dgm:prSet presAssocID="{5CEADA98-F5F7-4334-8BDB-458F6B54A828}" presName="compNode" presStyleCnt="0"/>
      <dgm:spPr/>
    </dgm:pt>
    <dgm:pt modelId="{99DDD944-B03E-4E46-842C-F4D58432CD8D}" type="pres">
      <dgm:prSet presAssocID="{5CEADA98-F5F7-4334-8BDB-458F6B54A828}" presName="iconBgRect" presStyleLbl="bgShp" presStyleIdx="0" presStyleCnt="3"/>
      <dgm:spPr/>
    </dgm:pt>
    <dgm:pt modelId="{F8FCA619-9B83-41E5-97F7-12EFB7ACA293}" type="pres">
      <dgm:prSet presAssocID="{5CEADA98-F5F7-4334-8BDB-458F6B54A82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D0D301AD-99E8-4F13-9EBD-6AD01A9DFEB9}" type="pres">
      <dgm:prSet presAssocID="{5CEADA98-F5F7-4334-8BDB-458F6B54A828}" presName="spaceRect" presStyleCnt="0"/>
      <dgm:spPr/>
    </dgm:pt>
    <dgm:pt modelId="{1645F058-1DD3-455B-8A3B-BCB75651A054}" type="pres">
      <dgm:prSet presAssocID="{5CEADA98-F5F7-4334-8BDB-458F6B54A828}" presName="textRect" presStyleLbl="revTx" presStyleIdx="0" presStyleCnt="3">
        <dgm:presLayoutVars>
          <dgm:chMax val="1"/>
          <dgm:chPref val="1"/>
        </dgm:presLayoutVars>
      </dgm:prSet>
      <dgm:spPr/>
    </dgm:pt>
    <dgm:pt modelId="{E9612BEA-7FDA-4658-BB22-B851C161DC59}" type="pres">
      <dgm:prSet presAssocID="{CA081585-F893-4189-9ECE-5802638EA955}" presName="sibTrans" presStyleCnt="0"/>
      <dgm:spPr/>
    </dgm:pt>
    <dgm:pt modelId="{85C68A16-03D1-4506-976F-420B282B4C81}" type="pres">
      <dgm:prSet presAssocID="{B0C0DFAE-A900-4A2A-9A49-27B0309183DB}" presName="compNode" presStyleCnt="0"/>
      <dgm:spPr/>
    </dgm:pt>
    <dgm:pt modelId="{BF63F13A-5DE2-4D51-94A8-5BAE2D873D32}" type="pres">
      <dgm:prSet presAssocID="{B0C0DFAE-A900-4A2A-9A49-27B0309183DB}" presName="iconBgRect" presStyleLbl="bgShp" presStyleIdx="1" presStyleCnt="3"/>
      <dgm:spPr/>
    </dgm:pt>
    <dgm:pt modelId="{53D3A45F-F8A9-4836-B4C9-2FEDFCC6296A}" type="pres">
      <dgm:prSet presAssocID="{B0C0DFAE-A900-4A2A-9A49-27B0309183D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nlock"/>
        </a:ext>
      </dgm:extLst>
    </dgm:pt>
    <dgm:pt modelId="{F93B0E2E-6868-4A4C-9645-1ACECB8A3A92}" type="pres">
      <dgm:prSet presAssocID="{B0C0DFAE-A900-4A2A-9A49-27B0309183DB}" presName="spaceRect" presStyleCnt="0"/>
      <dgm:spPr/>
    </dgm:pt>
    <dgm:pt modelId="{114CFEBD-495E-4C7B-912C-7C4FAB63BE22}" type="pres">
      <dgm:prSet presAssocID="{B0C0DFAE-A900-4A2A-9A49-27B0309183DB}" presName="textRect" presStyleLbl="revTx" presStyleIdx="1" presStyleCnt="3">
        <dgm:presLayoutVars>
          <dgm:chMax val="1"/>
          <dgm:chPref val="1"/>
        </dgm:presLayoutVars>
      </dgm:prSet>
      <dgm:spPr/>
    </dgm:pt>
    <dgm:pt modelId="{1192D877-3C98-4FE6-BBA5-E761F7F28231}" type="pres">
      <dgm:prSet presAssocID="{F107046C-F5FA-4478-ACF3-7AC9FF91996D}" presName="sibTrans" presStyleCnt="0"/>
      <dgm:spPr/>
    </dgm:pt>
    <dgm:pt modelId="{F66B6FB9-D3DF-436D-8750-65442B0C65D2}" type="pres">
      <dgm:prSet presAssocID="{6B2D2D5F-7AE3-4B02-8751-35AEDDCF7DB1}" presName="compNode" presStyleCnt="0"/>
      <dgm:spPr/>
    </dgm:pt>
    <dgm:pt modelId="{50074BEF-4F91-4F4B-BCEB-6363ACE2C283}" type="pres">
      <dgm:prSet presAssocID="{6B2D2D5F-7AE3-4B02-8751-35AEDDCF7DB1}" presName="iconBgRect" presStyleLbl="bgShp" presStyleIdx="2" presStyleCnt="3"/>
      <dgm:spPr/>
    </dgm:pt>
    <dgm:pt modelId="{93E097DD-C056-42A2-ACA0-5148CF52196D}" type="pres">
      <dgm:prSet presAssocID="{6B2D2D5F-7AE3-4B02-8751-35AEDDCF7DB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watch"/>
        </a:ext>
      </dgm:extLst>
    </dgm:pt>
    <dgm:pt modelId="{1AFEDF04-0FB3-499F-8C5F-34DC804AC4A9}" type="pres">
      <dgm:prSet presAssocID="{6B2D2D5F-7AE3-4B02-8751-35AEDDCF7DB1}" presName="spaceRect" presStyleCnt="0"/>
      <dgm:spPr/>
    </dgm:pt>
    <dgm:pt modelId="{5538EC43-A1C7-46F6-B231-C553A73D1CBA}" type="pres">
      <dgm:prSet presAssocID="{6B2D2D5F-7AE3-4B02-8751-35AEDDCF7DB1}" presName="textRect" presStyleLbl="revTx" presStyleIdx="2" presStyleCnt="3">
        <dgm:presLayoutVars>
          <dgm:chMax val="1"/>
          <dgm:chPref val="1"/>
        </dgm:presLayoutVars>
      </dgm:prSet>
      <dgm:spPr/>
    </dgm:pt>
  </dgm:ptLst>
  <dgm:cxnLst>
    <dgm:cxn modelId="{48E49501-23C9-4E10-A17D-977F5D1544D8}" srcId="{802F1C83-48E0-4E17-BD6C-9754AA011106}" destId="{5CEADA98-F5F7-4334-8BDB-458F6B54A828}" srcOrd="0" destOrd="0" parTransId="{B4D606FB-8636-4EBE-9BD5-02228EB59FA9}" sibTransId="{CA081585-F893-4189-9ECE-5802638EA955}"/>
    <dgm:cxn modelId="{7DD4A2A8-2AF2-46C9-8605-1B733DA95981}" srcId="{802F1C83-48E0-4E17-BD6C-9754AA011106}" destId="{6B2D2D5F-7AE3-4B02-8751-35AEDDCF7DB1}" srcOrd="2" destOrd="0" parTransId="{F429A323-8C5E-4A1C-B1FB-EFDF62A51BB9}" sibTransId="{3B8E1E38-64A5-41E6-9AB6-526FA9D16AAC}"/>
    <dgm:cxn modelId="{F29837B5-5BE3-4D88-8892-A6B096F91CCD}" srcId="{802F1C83-48E0-4E17-BD6C-9754AA011106}" destId="{B0C0DFAE-A900-4A2A-9A49-27B0309183DB}" srcOrd="1" destOrd="0" parTransId="{7D29FA16-0708-4232-A26F-A53F197EE761}" sibTransId="{F107046C-F5FA-4478-ACF3-7AC9FF91996D}"/>
    <dgm:cxn modelId="{1E2718C2-75BC-493A-9EA0-1483509E3294}" type="presOf" srcId="{5CEADA98-F5F7-4334-8BDB-458F6B54A828}" destId="{1645F058-1DD3-455B-8A3B-BCB75651A054}" srcOrd="0" destOrd="0" presId="urn:microsoft.com/office/officeart/2018/5/layout/IconCircleLabelList"/>
    <dgm:cxn modelId="{077F9EC5-ECC6-416A-BCC7-58ED9D49F5C9}" type="presOf" srcId="{802F1C83-48E0-4E17-BD6C-9754AA011106}" destId="{93136112-3058-4A4D-8340-84E27C7B1D9C}" srcOrd="0" destOrd="0" presId="urn:microsoft.com/office/officeart/2018/5/layout/IconCircleLabelList"/>
    <dgm:cxn modelId="{B8AA51C8-B827-46EC-B330-1295EDE83D64}" type="presOf" srcId="{B0C0DFAE-A900-4A2A-9A49-27B0309183DB}" destId="{114CFEBD-495E-4C7B-912C-7C4FAB63BE22}" srcOrd="0" destOrd="0" presId="urn:microsoft.com/office/officeart/2018/5/layout/IconCircleLabelList"/>
    <dgm:cxn modelId="{E68AD7ED-D216-41DF-A10D-D3A2471E98DB}" type="presOf" srcId="{6B2D2D5F-7AE3-4B02-8751-35AEDDCF7DB1}" destId="{5538EC43-A1C7-46F6-B231-C553A73D1CBA}" srcOrd="0" destOrd="0" presId="urn:microsoft.com/office/officeart/2018/5/layout/IconCircleLabelList"/>
    <dgm:cxn modelId="{A4ADD0DC-89AB-4925-BD1A-C98989F023D6}" type="presParOf" srcId="{93136112-3058-4A4D-8340-84E27C7B1D9C}" destId="{D58907CF-6DFE-4691-99B5-03135BE52B3D}" srcOrd="0" destOrd="0" presId="urn:microsoft.com/office/officeart/2018/5/layout/IconCircleLabelList"/>
    <dgm:cxn modelId="{AD43E9E2-EE94-40F8-8BE7-4DE0B20D2E1B}" type="presParOf" srcId="{D58907CF-6DFE-4691-99B5-03135BE52B3D}" destId="{99DDD944-B03E-4E46-842C-F4D58432CD8D}" srcOrd="0" destOrd="0" presId="urn:microsoft.com/office/officeart/2018/5/layout/IconCircleLabelList"/>
    <dgm:cxn modelId="{C7CF2B47-FF49-4DDC-ABF3-E5CF561E3BC7}" type="presParOf" srcId="{D58907CF-6DFE-4691-99B5-03135BE52B3D}" destId="{F8FCA619-9B83-41E5-97F7-12EFB7ACA293}" srcOrd="1" destOrd="0" presId="urn:microsoft.com/office/officeart/2018/5/layout/IconCircleLabelList"/>
    <dgm:cxn modelId="{D9B0A35D-89A7-4138-B74C-53557362A064}" type="presParOf" srcId="{D58907CF-6DFE-4691-99B5-03135BE52B3D}" destId="{D0D301AD-99E8-4F13-9EBD-6AD01A9DFEB9}" srcOrd="2" destOrd="0" presId="urn:microsoft.com/office/officeart/2018/5/layout/IconCircleLabelList"/>
    <dgm:cxn modelId="{F89EEAE0-0EBF-4FB2-8058-D02599443639}" type="presParOf" srcId="{D58907CF-6DFE-4691-99B5-03135BE52B3D}" destId="{1645F058-1DD3-455B-8A3B-BCB75651A054}" srcOrd="3" destOrd="0" presId="urn:microsoft.com/office/officeart/2018/5/layout/IconCircleLabelList"/>
    <dgm:cxn modelId="{398F29B0-4276-434B-990B-C796A9B617D8}" type="presParOf" srcId="{93136112-3058-4A4D-8340-84E27C7B1D9C}" destId="{E9612BEA-7FDA-4658-BB22-B851C161DC59}" srcOrd="1" destOrd="0" presId="urn:microsoft.com/office/officeart/2018/5/layout/IconCircleLabelList"/>
    <dgm:cxn modelId="{9707DCB0-A123-4EAE-AC82-7A0233B293D1}" type="presParOf" srcId="{93136112-3058-4A4D-8340-84E27C7B1D9C}" destId="{85C68A16-03D1-4506-976F-420B282B4C81}" srcOrd="2" destOrd="0" presId="urn:microsoft.com/office/officeart/2018/5/layout/IconCircleLabelList"/>
    <dgm:cxn modelId="{D3FD654B-69C5-4D71-9A37-7753519134AC}" type="presParOf" srcId="{85C68A16-03D1-4506-976F-420B282B4C81}" destId="{BF63F13A-5DE2-4D51-94A8-5BAE2D873D32}" srcOrd="0" destOrd="0" presId="urn:microsoft.com/office/officeart/2018/5/layout/IconCircleLabelList"/>
    <dgm:cxn modelId="{7B9B053F-205D-4202-AD31-D76B23AC06DE}" type="presParOf" srcId="{85C68A16-03D1-4506-976F-420B282B4C81}" destId="{53D3A45F-F8A9-4836-B4C9-2FEDFCC6296A}" srcOrd="1" destOrd="0" presId="urn:microsoft.com/office/officeart/2018/5/layout/IconCircleLabelList"/>
    <dgm:cxn modelId="{05F4B7CD-095F-4C4F-8F75-4EF31FE3DB5E}" type="presParOf" srcId="{85C68A16-03D1-4506-976F-420B282B4C81}" destId="{F93B0E2E-6868-4A4C-9645-1ACECB8A3A92}" srcOrd="2" destOrd="0" presId="urn:microsoft.com/office/officeart/2018/5/layout/IconCircleLabelList"/>
    <dgm:cxn modelId="{DD0B443A-ABEB-4FD3-9FD0-01A5AF7B964E}" type="presParOf" srcId="{85C68A16-03D1-4506-976F-420B282B4C81}" destId="{114CFEBD-495E-4C7B-912C-7C4FAB63BE22}" srcOrd="3" destOrd="0" presId="urn:microsoft.com/office/officeart/2018/5/layout/IconCircleLabelList"/>
    <dgm:cxn modelId="{5A24954A-A4CC-4704-BB88-D32AC9C3C74D}" type="presParOf" srcId="{93136112-3058-4A4D-8340-84E27C7B1D9C}" destId="{1192D877-3C98-4FE6-BBA5-E761F7F28231}" srcOrd="3" destOrd="0" presId="urn:microsoft.com/office/officeart/2018/5/layout/IconCircleLabelList"/>
    <dgm:cxn modelId="{76A4A20A-3FD6-4A01-8EA3-6731FA18A443}" type="presParOf" srcId="{93136112-3058-4A4D-8340-84E27C7B1D9C}" destId="{F66B6FB9-D3DF-436D-8750-65442B0C65D2}" srcOrd="4" destOrd="0" presId="urn:microsoft.com/office/officeart/2018/5/layout/IconCircleLabelList"/>
    <dgm:cxn modelId="{35BC2CD9-9A4B-4FB7-9F41-2B3FF4275688}" type="presParOf" srcId="{F66B6FB9-D3DF-436D-8750-65442B0C65D2}" destId="{50074BEF-4F91-4F4B-BCEB-6363ACE2C283}" srcOrd="0" destOrd="0" presId="urn:microsoft.com/office/officeart/2018/5/layout/IconCircleLabelList"/>
    <dgm:cxn modelId="{35D3A48A-1218-4169-9F29-55D627D1206A}" type="presParOf" srcId="{F66B6FB9-D3DF-436D-8750-65442B0C65D2}" destId="{93E097DD-C056-42A2-ACA0-5148CF52196D}" srcOrd="1" destOrd="0" presId="urn:microsoft.com/office/officeart/2018/5/layout/IconCircleLabelList"/>
    <dgm:cxn modelId="{D6B6B414-6302-4D81-A195-47A657625657}" type="presParOf" srcId="{F66B6FB9-D3DF-436D-8750-65442B0C65D2}" destId="{1AFEDF04-0FB3-499F-8C5F-34DC804AC4A9}" srcOrd="2" destOrd="0" presId="urn:microsoft.com/office/officeart/2018/5/layout/IconCircleLabelList"/>
    <dgm:cxn modelId="{A716B614-167F-4EF7-A6C8-2D5A522252F7}" type="presParOf" srcId="{F66B6FB9-D3DF-436D-8750-65442B0C65D2}" destId="{5538EC43-A1C7-46F6-B231-C553A73D1CBA}"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C8CCD61-49C6-4E2C-A5C5-5F70422684A3}" type="doc">
      <dgm:prSet loTypeId="urn:microsoft.com/office/officeart/2005/8/layout/hierarchy1" loCatId="hierarchy" qsTypeId="urn:microsoft.com/office/officeart/2005/8/quickstyle/simple4" qsCatId="simple" csTypeId="urn:microsoft.com/office/officeart/2005/8/colors/colorful1" csCatId="colorful"/>
      <dgm:spPr/>
      <dgm:t>
        <a:bodyPr/>
        <a:lstStyle/>
        <a:p>
          <a:endParaRPr lang="en-US"/>
        </a:p>
      </dgm:t>
    </dgm:pt>
    <dgm:pt modelId="{51F8FC03-87F8-4E58-A985-2E7FC58543FA}">
      <dgm:prSet/>
      <dgm:spPr/>
      <dgm:t>
        <a:bodyPr/>
        <a:lstStyle/>
        <a:p>
          <a:r>
            <a:rPr lang="en-US"/>
            <a:t>By reviewing the code you will help ensure that changes are further inspected before they become part of the main project.</a:t>
          </a:r>
        </a:p>
      </dgm:t>
    </dgm:pt>
    <dgm:pt modelId="{5B776FAC-2855-496E-A733-F918ACFC742A}" type="parTrans" cxnId="{D69CBCB8-B4AE-4A21-B9A2-41FFE826708F}">
      <dgm:prSet/>
      <dgm:spPr/>
      <dgm:t>
        <a:bodyPr/>
        <a:lstStyle/>
        <a:p>
          <a:endParaRPr lang="en-US"/>
        </a:p>
      </dgm:t>
    </dgm:pt>
    <dgm:pt modelId="{F8A86FF9-74DC-4F38-A687-AFA1684E7A1F}" type="sibTrans" cxnId="{D69CBCB8-B4AE-4A21-B9A2-41FFE826708F}">
      <dgm:prSet/>
      <dgm:spPr/>
      <dgm:t>
        <a:bodyPr/>
        <a:lstStyle/>
        <a:p>
          <a:endParaRPr lang="en-US"/>
        </a:p>
      </dgm:t>
    </dgm:pt>
    <dgm:pt modelId="{9984E9FE-D26C-4D8D-802F-CE7224ACD1CF}">
      <dgm:prSet/>
      <dgm:spPr/>
      <dgm:t>
        <a:bodyPr/>
        <a:lstStyle/>
        <a:p>
          <a:r>
            <a:rPr lang="en-US"/>
            <a:t>To do this there are also automated tools which can help scan for any vulnerabilities or changes which may lead to them.</a:t>
          </a:r>
        </a:p>
      </dgm:t>
    </dgm:pt>
    <dgm:pt modelId="{9558D29A-BED0-4492-B87E-89664C9E7F18}" type="parTrans" cxnId="{923428FC-374B-49C9-AEEF-390290D3C704}">
      <dgm:prSet/>
      <dgm:spPr/>
      <dgm:t>
        <a:bodyPr/>
        <a:lstStyle/>
        <a:p>
          <a:endParaRPr lang="en-US"/>
        </a:p>
      </dgm:t>
    </dgm:pt>
    <dgm:pt modelId="{13C57171-36EF-46CC-9444-B764FBBB38F0}" type="sibTrans" cxnId="{923428FC-374B-49C9-AEEF-390290D3C704}">
      <dgm:prSet/>
      <dgm:spPr/>
      <dgm:t>
        <a:bodyPr/>
        <a:lstStyle/>
        <a:p>
          <a:endParaRPr lang="en-US"/>
        </a:p>
      </dgm:t>
    </dgm:pt>
    <dgm:pt modelId="{BDBFE3FB-096F-4E5B-BCE8-70D6D9CBC929}">
      <dgm:prSet/>
      <dgm:spPr/>
      <dgm:t>
        <a:bodyPr/>
        <a:lstStyle/>
        <a:p>
          <a:r>
            <a:rPr lang="en-US"/>
            <a:t>Using these will help the teams detect problems early on before they become a bigger issue</a:t>
          </a:r>
        </a:p>
      </dgm:t>
    </dgm:pt>
    <dgm:pt modelId="{3AA266F8-BB33-4FF7-92E2-B9A0D5A1CB3E}" type="parTrans" cxnId="{366BF646-7E08-4B70-975F-8C75E832638E}">
      <dgm:prSet/>
      <dgm:spPr/>
      <dgm:t>
        <a:bodyPr/>
        <a:lstStyle/>
        <a:p>
          <a:endParaRPr lang="en-US"/>
        </a:p>
      </dgm:t>
    </dgm:pt>
    <dgm:pt modelId="{8C4FD565-9C91-4F97-A969-B4FD87BB0C43}" type="sibTrans" cxnId="{366BF646-7E08-4B70-975F-8C75E832638E}">
      <dgm:prSet/>
      <dgm:spPr/>
      <dgm:t>
        <a:bodyPr/>
        <a:lstStyle/>
        <a:p>
          <a:endParaRPr lang="en-US"/>
        </a:p>
      </dgm:t>
    </dgm:pt>
    <dgm:pt modelId="{6B654112-99B0-48E1-8859-9FB70CB1B045}" type="pres">
      <dgm:prSet presAssocID="{FC8CCD61-49C6-4E2C-A5C5-5F70422684A3}" presName="hierChild1" presStyleCnt="0">
        <dgm:presLayoutVars>
          <dgm:chPref val="1"/>
          <dgm:dir/>
          <dgm:animOne val="branch"/>
          <dgm:animLvl val="lvl"/>
          <dgm:resizeHandles/>
        </dgm:presLayoutVars>
      </dgm:prSet>
      <dgm:spPr/>
    </dgm:pt>
    <dgm:pt modelId="{92EFF297-0069-4326-B617-ABF7DDD91089}" type="pres">
      <dgm:prSet presAssocID="{51F8FC03-87F8-4E58-A985-2E7FC58543FA}" presName="hierRoot1" presStyleCnt="0"/>
      <dgm:spPr/>
    </dgm:pt>
    <dgm:pt modelId="{82E64253-C26C-4737-B9C9-544BE6405AEF}" type="pres">
      <dgm:prSet presAssocID="{51F8FC03-87F8-4E58-A985-2E7FC58543FA}" presName="composite" presStyleCnt="0"/>
      <dgm:spPr/>
    </dgm:pt>
    <dgm:pt modelId="{76ADFF42-3F21-4CB5-BB94-73B6950C6942}" type="pres">
      <dgm:prSet presAssocID="{51F8FC03-87F8-4E58-A985-2E7FC58543FA}" presName="background" presStyleLbl="node0" presStyleIdx="0" presStyleCnt="3"/>
      <dgm:spPr/>
    </dgm:pt>
    <dgm:pt modelId="{ACF29F08-7406-4884-9789-428B7199E548}" type="pres">
      <dgm:prSet presAssocID="{51F8FC03-87F8-4E58-A985-2E7FC58543FA}" presName="text" presStyleLbl="fgAcc0" presStyleIdx="0" presStyleCnt="3">
        <dgm:presLayoutVars>
          <dgm:chPref val="3"/>
        </dgm:presLayoutVars>
      </dgm:prSet>
      <dgm:spPr/>
    </dgm:pt>
    <dgm:pt modelId="{9F00F82E-ABFE-43A8-85DD-FDB5C3AFB39D}" type="pres">
      <dgm:prSet presAssocID="{51F8FC03-87F8-4E58-A985-2E7FC58543FA}" presName="hierChild2" presStyleCnt="0"/>
      <dgm:spPr/>
    </dgm:pt>
    <dgm:pt modelId="{056A01F0-CADB-4897-A795-AFDADD7744CB}" type="pres">
      <dgm:prSet presAssocID="{9984E9FE-D26C-4D8D-802F-CE7224ACD1CF}" presName="hierRoot1" presStyleCnt="0"/>
      <dgm:spPr/>
    </dgm:pt>
    <dgm:pt modelId="{A266EE49-C82E-44F1-A0CD-31A28D46A19C}" type="pres">
      <dgm:prSet presAssocID="{9984E9FE-D26C-4D8D-802F-CE7224ACD1CF}" presName="composite" presStyleCnt="0"/>
      <dgm:spPr/>
    </dgm:pt>
    <dgm:pt modelId="{F24F1BC3-DB22-457C-96AD-DC2416CB7F74}" type="pres">
      <dgm:prSet presAssocID="{9984E9FE-D26C-4D8D-802F-CE7224ACD1CF}" presName="background" presStyleLbl="node0" presStyleIdx="1" presStyleCnt="3"/>
      <dgm:spPr/>
    </dgm:pt>
    <dgm:pt modelId="{89A62552-EA5A-4914-AA2A-70048BE923CA}" type="pres">
      <dgm:prSet presAssocID="{9984E9FE-D26C-4D8D-802F-CE7224ACD1CF}" presName="text" presStyleLbl="fgAcc0" presStyleIdx="1" presStyleCnt="3">
        <dgm:presLayoutVars>
          <dgm:chPref val="3"/>
        </dgm:presLayoutVars>
      </dgm:prSet>
      <dgm:spPr/>
    </dgm:pt>
    <dgm:pt modelId="{81F7393A-1BD7-48EE-8903-D40D2F0CB331}" type="pres">
      <dgm:prSet presAssocID="{9984E9FE-D26C-4D8D-802F-CE7224ACD1CF}" presName="hierChild2" presStyleCnt="0"/>
      <dgm:spPr/>
    </dgm:pt>
    <dgm:pt modelId="{55AF3FCF-33C3-4AE1-B5CF-A6751140FB84}" type="pres">
      <dgm:prSet presAssocID="{BDBFE3FB-096F-4E5B-BCE8-70D6D9CBC929}" presName="hierRoot1" presStyleCnt="0"/>
      <dgm:spPr/>
    </dgm:pt>
    <dgm:pt modelId="{9B66145C-7A5C-4788-BE46-FFD336E7A50C}" type="pres">
      <dgm:prSet presAssocID="{BDBFE3FB-096F-4E5B-BCE8-70D6D9CBC929}" presName="composite" presStyleCnt="0"/>
      <dgm:spPr/>
    </dgm:pt>
    <dgm:pt modelId="{75CC02E4-E9F5-4DA0-AF12-30DFA990C871}" type="pres">
      <dgm:prSet presAssocID="{BDBFE3FB-096F-4E5B-BCE8-70D6D9CBC929}" presName="background" presStyleLbl="node0" presStyleIdx="2" presStyleCnt="3"/>
      <dgm:spPr/>
    </dgm:pt>
    <dgm:pt modelId="{96A68E19-9254-48C4-B931-6B4F630C85F7}" type="pres">
      <dgm:prSet presAssocID="{BDBFE3FB-096F-4E5B-BCE8-70D6D9CBC929}" presName="text" presStyleLbl="fgAcc0" presStyleIdx="2" presStyleCnt="3">
        <dgm:presLayoutVars>
          <dgm:chPref val="3"/>
        </dgm:presLayoutVars>
      </dgm:prSet>
      <dgm:spPr/>
    </dgm:pt>
    <dgm:pt modelId="{57D310F2-ECEC-4FE3-BA00-C23FECA61029}" type="pres">
      <dgm:prSet presAssocID="{BDBFE3FB-096F-4E5B-BCE8-70D6D9CBC929}" presName="hierChild2" presStyleCnt="0"/>
      <dgm:spPr/>
    </dgm:pt>
  </dgm:ptLst>
  <dgm:cxnLst>
    <dgm:cxn modelId="{0A693D09-65A6-402A-B0FB-74CEE3493CC1}" type="presOf" srcId="{51F8FC03-87F8-4E58-A985-2E7FC58543FA}" destId="{ACF29F08-7406-4884-9789-428B7199E548}" srcOrd="0" destOrd="0" presId="urn:microsoft.com/office/officeart/2005/8/layout/hierarchy1"/>
    <dgm:cxn modelId="{366BF646-7E08-4B70-975F-8C75E832638E}" srcId="{FC8CCD61-49C6-4E2C-A5C5-5F70422684A3}" destId="{BDBFE3FB-096F-4E5B-BCE8-70D6D9CBC929}" srcOrd="2" destOrd="0" parTransId="{3AA266F8-BB33-4FF7-92E2-B9A0D5A1CB3E}" sibTransId="{8C4FD565-9C91-4F97-A969-B4FD87BB0C43}"/>
    <dgm:cxn modelId="{8A68B667-09CB-40AB-B3BD-9C8E9CD0C4D5}" type="presOf" srcId="{9984E9FE-D26C-4D8D-802F-CE7224ACD1CF}" destId="{89A62552-EA5A-4914-AA2A-70048BE923CA}" srcOrd="0" destOrd="0" presId="urn:microsoft.com/office/officeart/2005/8/layout/hierarchy1"/>
    <dgm:cxn modelId="{6FAB1CAF-BAF8-42C1-95CE-64A8AAE0BF0F}" type="presOf" srcId="{BDBFE3FB-096F-4E5B-BCE8-70D6D9CBC929}" destId="{96A68E19-9254-48C4-B931-6B4F630C85F7}" srcOrd="0" destOrd="0" presId="urn:microsoft.com/office/officeart/2005/8/layout/hierarchy1"/>
    <dgm:cxn modelId="{D69CBCB8-B4AE-4A21-B9A2-41FFE826708F}" srcId="{FC8CCD61-49C6-4E2C-A5C5-5F70422684A3}" destId="{51F8FC03-87F8-4E58-A985-2E7FC58543FA}" srcOrd="0" destOrd="0" parTransId="{5B776FAC-2855-496E-A733-F918ACFC742A}" sibTransId="{F8A86FF9-74DC-4F38-A687-AFA1684E7A1F}"/>
    <dgm:cxn modelId="{923428FC-374B-49C9-AEEF-390290D3C704}" srcId="{FC8CCD61-49C6-4E2C-A5C5-5F70422684A3}" destId="{9984E9FE-D26C-4D8D-802F-CE7224ACD1CF}" srcOrd="1" destOrd="0" parTransId="{9558D29A-BED0-4492-B87E-89664C9E7F18}" sibTransId="{13C57171-36EF-46CC-9444-B764FBBB38F0}"/>
    <dgm:cxn modelId="{30E226FE-4CAA-4B4F-AC3F-4AA978077C9B}" type="presOf" srcId="{FC8CCD61-49C6-4E2C-A5C5-5F70422684A3}" destId="{6B654112-99B0-48E1-8859-9FB70CB1B045}" srcOrd="0" destOrd="0" presId="urn:microsoft.com/office/officeart/2005/8/layout/hierarchy1"/>
    <dgm:cxn modelId="{16473E3C-CAB6-4749-9360-B819A7A3DC56}" type="presParOf" srcId="{6B654112-99B0-48E1-8859-9FB70CB1B045}" destId="{92EFF297-0069-4326-B617-ABF7DDD91089}" srcOrd="0" destOrd="0" presId="urn:microsoft.com/office/officeart/2005/8/layout/hierarchy1"/>
    <dgm:cxn modelId="{E6607BCC-6495-426C-AEB8-A7A9C842B7A6}" type="presParOf" srcId="{92EFF297-0069-4326-B617-ABF7DDD91089}" destId="{82E64253-C26C-4737-B9C9-544BE6405AEF}" srcOrd="0" destOrd="0" presId="urn:microsoft.com/office/officeart/2005/8/layout/hierarchy1"/>
    <dgm:cxn modelId="{DD15C77F-20A0-462D-B2AF-BA9C67BE8C18}" type="presParOf" srcId="{82E64253-C26C-4737-B9C9-544BE6405AEF}" destId="{76ADFF42-3F21-4CB5-BB94-73B6950C6942}" srcOrd="0" destOrd="0" presId="urn:microsoft.com/office/officeart/2005/8/layout/hierarchy1"/>
    <dgm:cxn modelId="{C6F60165-81EA-4398-8D93-FA5318D73C7F}" type="presParOf" srcId="{82E64253-C26C-4737-B9C9-544BE6405AEF}" destId="{ACF29F08-7406-4884-9789-428B7199E548}" srcOrd="1" destOrd="0" presId="urn:microsoft.com/office/officeart/2005/8/layout/hierarchy1"/>
    <dgm:cxn modelId="{FB502199-ADCE-4896-AD7D-94BEA874220F}" type="presParOf" srcId="{92EFF297-0069-4326-B617-ABF7DDD91089}" destId="{9F00F82E-ABFE-43A8-85DD-FDB5C3AFB39D}" srcOrd="1" destOrd="0" presId="urn:microsoft.com/office/officeart/2005/8/layout/hierarchy1"/>
    <dgm:cxn modelId="{9CB2CBC2-02E5-4474-88DB-F1EE6762587E}" type="presParOf" srcId="{6B654112-99B0-48E1-8859-9FB70CB1B045}" destId="{056A01F0-CADB-4897-A795-AFDADD7744CB}" srcOrd="1" destOrd="0" presId="urn:microsoft.com/office/officeart/2005/8/layout/hierarchy1"/>
    <dgm:cxn modelId="{D65430B6-F387-412B-93CB-2CABBF65B6AC}" type="presParOf" srcId="{056A01F0-CADB-4897-A795-AFDADD7744CB}" destId="{A266EE49-C82E-44F1-A0CD-31A28D46A19C}" srcOrd="0" destOrd="0" presId="urn:microsoft.com/office/officeart/2005/8/layout/hierarchy1"/>
    <dgm:cxn modelId="{D769BA2E-ECA2-453D-ABF4-2AFF8F8DD395}" type="presParOf" srcId="{A266EE49-C82E-44F1-A0CD-31A28D46A19C}" destId="{F24F1BC3-DB22-457C-96AD-DC2416CB7F74}" srcOrd="0" destOrd="0" presId="urn:microsoft.com/office/officeart/2005/8/layout/hierarchy1"/>
    <dgm:cxn modelId="{1948FDD7-BAE4-4DCF-8581-D7A86EFACEE4}" type="presParOf" srcId="{A266EE49-C82E-44F1-A0CD-31A28D46A19C}" destId="{89A62552-EA5A-4914-AA2A-70048BE923CA}" srcOrd="1" destOrd="0" presId="urn:microsoft.com/office/officeart/2005/8/layout/hierarchy1"/>
    <dgm:cxn modelId="{AC960CAF-EEBC-471B-9BC1-E9A5DC3712ED}" type="presParOf" srcId="{056A01F0-CADB-4897-A795-AFDADD7744CB}" destId="{81F7393A-1BD7-48EE-8903-D40D2F0CB331}" srcOrd="1" destOrd="0" presId="urn:microsoft.com/office/officeart/2005/8/layout/hierarchy1"/>
    <dgm:cxn modelId="{6C27B89A-69DE-44F8-AB12-39B2772373CF}" type="presParOf" srcId="{6B654112-99B0-48E1-8859-9FB70CB1B045}" destId="{55AF3FCF-33C3-4AE1-B5CF-A6751140FB84}" srcOrd="2" destOrd="0" presId="urn:microsoft.com/office/officeart/2005/8/layout/hierarchy1"/>
    <dgm:cxn modelId="{6960836F-8178-4F51-AB91-E6D2B86E7FA0}" type="presParOf" srcId="{55AF3FCF-33C3-4AE1-B5CF-A6751140FB84}" destId="{9B66145C-7A5C-4788-BE46-FFD336E7A50C}" srcOrd="0" destOrd="0" presId="urn:microsoft.com/office/officeart/2005/8/layout/hierarchy1"/>
    <dgm:cxn modelId="{DAF2F8F7-A6B0-47C0-941F-56AAA67DE064}" type="presParOf" srcId="{9B66145C-7A5C-4788-BE46-FFD336E7A50C}" destId="{75CC02E4-E9F5-4DA0-AF12-30DFA990C871}" srcOrd="0" destOrd="0" presId="urn:microsoft.com/office/officeart/2005/8/layout/hierarchy1"/>
    <dgm:cxn modelId="{45A98CB9-822A-4D52-BF1A-703982CACAAA}" type="presParOf" srcId="{9B66145C-7A5C-4788-BE46-FFD336E7A50C}" destId="{96A68E19-9254-48C4-B931-6B4F630C85F7}" srcOrd="1" destOrd="0" presId="urn:microsoft.com/office/officeart/2005/8/layout/hierarchy1"/>
    <dgm:cxn modelId="{22847305-C12F-426C-86D9-C6BD762B24C8}" type="presParOf" srcId="{55AF3FCF-33C3-4AE1-B5CF-A6751140FB84}" destId="{57D310F2-ECEC-4FE3-BA00-C23FECA6102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E0AE603-9842-445D-9605-F3CCF97E9A62}" type="doc">
      <dgm:prSet loTypeId="urn:microsoft.com/office/officeart/2005/8/layout/vProcess5" loCatId="process" qsTypeId="urn:microsoft.com/office/officeart/2005/8/quickstyle/simple4" qsCatId="simple" csTypeId="urn:microsoft.com/office/officeart/2005/8/colors/colorful1" csCatId="colorful"/>
      <dgm:spPr/>
      <dgm:t>
        <a:bodyPr/>
        <a:lstStyle/>
        <a:p>
          <a:endParaRPr lang="en-US"/>
        </a:p>
      </dgm:t>
    </dgm:pt>
    <dgm:pt modelId="{D7D18DBB-F028-49E8-B08B-0445030375E1}">
      <dgm:prSet/>
      <dgm:spPr/>
      <dgm:t>
        <a:bodyPr/>
        <a:lstStyle/>
        <a:p>
          <a:r>
            <a:rPr lang="en-US"/>
            <a:t>Most applications end up relying on external libraries and packages, these could introduce vulnerabilities if they are outdated or compromised.</a:t>
          </a:r>
        </a:p>
      </dgm:t>
    </dgm:pt>
    <dgm:pt modelId="{E030DD9B-BC13-4ABC-95C2-4F5241694697}" type="parTrans" cxnId="{4A9B80EB-4AE4-419A-B70C-94D1E7FC2184}">
      <dgm:prSet/>
      <dgm:spPr/>
      <dgm:t>
        <a:bodyPr/>
        <a:lstStyle/>
        <a:p>
          <a:endParaRPr lang="en-US"/>
        </a:p>
      </dgm:t>
    </dgm:pt>
    <dgm:pt modelId="{CA40D62C-01BC-4075-8E85-30D061FEE56F}" type="sibTrans" cxnId="{4A9B80EB-4AE4-419A-B70C-94D1E7FC2184}">
      <dgm:prSet/>
      <dgm:spPr/>
      <dgm:t>
        <a:bodyPr/>
        <a:lstStyle/>
        <a:p>
          <a:endParaRPr lang="en-US"/>
        </a:p>
      </dgm:t>
    </dgm:pt>
    <dgm:pt modelId="{91AC9A9C-77F2-4436-922E-EA5B3BCA94CB}">
      <dgm:prSet/>
      <dgm:spPr/>
      <dgm:t>
        <a:bodyPr/>
        <a:lstStyle/>
        <a:p>
          <a:r>
            <a:rPr lang="en-US"/>
            <a:t>Make sure to keep any updated and verify the actual legitimacy of all applications used.</a:t>
          </a:r>
        </a:p>
      </dgm:t>
    </dgm:pt>
    <dgm:pt modelId="{067B8813-BAF1-4128-AC13-1A88A7E2DE08}" type="parTrans" cxnId="{F1FB1CF0-DB82-42CD-93F2-4D98195534C4}">
      <dgm:prSet/>
      <dgm:spPr/>
      <dgm:t>
        <a:bodyPr/>
        <a:lstStyle/>
        <a:p>
          <a:endParaRPr lang="en-US"/>
        </a:p>
      </dgm:t>
    </dgm:pt>
    <dgm:pt modelId="{694B34C2-FC79-46C4-B2D1-E7E47228CC44}" type="sibTrans" cxnId="{F1FB1CF0-DB82-42CD-93F2-4D98195534C4}">
      <dgm:prSet/>
      <dgm:spPr/>
      <dgm:t>
        <a:bodyPr/>
        <a:lstStyle/>
        <a:p>
          <a:endParaRPr lang="en-US"/>
        </a:p>
      </dgm:t>
    </dgm:pt>
    <dgm:pt modelId="{355AC217-9F87-41AD-A7F4-D8075DFCE566}">
      <dgm:prSet/>
      <dgm:spPr/>
      <dgm:t>
        <a:bodyPr/>
        <a:lstStyle/>
        <a:p>
          <a:r>
            <a:rPr lang="en-US"/>
            <a:t>Tracking these will help teams respond quickly if/when new security issues are discovered.</a:t>
          </a:r>
        </a:p>
      </dgm:t>
    </dgm:pt>
    <dgm:pt modelId="{516C2023-89AE-4194-B4BA-6403B1F063EA}" type="parTrans" cxnId="{7147C4E1-F251-4794-B570-46459ABEAEA1}">
      <dgm:prSet/>
      <dgm:spPr/>
      <dgm:t>
        <a:bodyPr/>
        <a:lstStyle/>
        <a:p>
          <a:endParaRPr lang="en-US"/>
        </a:p>
      </dgm:t>
    </dgm:pt>
    <dgm:pt modelId="{6B4893CC-4878-4A80-A0D8-5DA8632EBD2D}" type="sibTrans" cxnId="{7147C4E1-F251-4794-B570-46459ABEAEA1}">
      <dgm:prSet/>
      <dgm:spPr/>
      <dgm:t>
        <a:bodyPr/>
        <a:lstStyle/>
        <a:p>
          <a:endParaRPr lang="en-US"/>
        </a:p>
      </dgm:t>
    </dgm:pt>
    <dgm:pt modelId="{7D184609-557E-47F5-8DD0-DCAA53BE8BA6}" type="pres">
      <dgm:prSet presAssocID="{3E0AE603-9842-445D-9605-F3CCF97E9A62}" presName="outerComposite" presStyleCnt="0">
        <dgm:presLayoutVars>
          <dgm:chMax val="5"/>
          <dgm:dir/>
          <dgm:resizeHandles val="exact"/>
        </dgm:presLayoutVars>
      </dgm:prSet>
      <dgm:spPr/>
    </dgm:pt>
    <dgm:pt modelId="{FF201EED-D78E-4FD2-B326-5E82C7C6D96E}" type="pres">
      <dgm:prSet presAssocID="{3E0AE603-9842-445D-9605-F3CCF97E9A62}" presName="dummyMaxCanvas" presStyleCnt="0">
        <dgm:presLayoutVars/>
      </dgm:prSet>
      <dgm:spPr/>
    </dgm:pt>
    <dgm:pt modelId="{1F0E0DE0-8624-4832-BCAF-484CBF2636DA}" type="pres">
      <dgm:prSet presAssocID="{3E0AE603-9842-445D-9605-F3CCF97E9A62}" presName="ThreeNodes_1" presStyleLbl="node1" presStyleIdx="0" presStyleCnt="3">
        <dgm:presLayoutVars>
          <dgm:bulletEnabled val="1"/>
        </dgm:presLayoutVars>
      </dgm:prSet>
      <dgm:spPr/>
    </dgm:pt>
    <dgm:pt modelId="{BAC90B5A-5898-4D07-BB89-156DBF5F96DD}" type="pres">
      <dgm:prSet presAssocID="{3E0AE603-9842-445D-9605-F3CCF97E9A62}" presName="ThreeNodes_2" presStyleLbl="node1" presStyleIdx="1" presStyleCnt="3">
        <dgm:presLayoutVars>
          <dgm:bulletEnabled val="1"/>
        </dgm:presLayoutVars>
      </dgm:prSet>
      <dgm:spPr/>
    </dgm:pt>
    <dgm:pt modelId="{BD474ADC-892D-413F-8D52-CCD48B227415}" type="pres">
      <dgm:prSet presAssocID="{3E0AE603-9842-445D-9605-F3CCF97E9A62}" presName="ThreeNodes_3" presStyleLbl="node1" presStyleIdx="2" presStyleCnt="3">
        <dgm:presLayoutVars>
          <dgm:bulletEnabled val="1"/>
        </dgm:presLayoutVars>
      </dgm:prSet>
      <dgm:spPr/>
    </dgm:pt>
    <dgm:pt modelId="{7FD7D09A-C183-434F-A646-815E8523009B}" type="pres">
      <dgm:prSet presAssocID="{3E0AE603-9842-445D-9605-F3CCF97E9A62}" presName="ThreeConn_1-2" presStyleLbl="fgAccFollowNode1" presStyleIdx="0" presStyleCnt="2">
        <dgm:presLayoutVars>
          <dgm:bulletEnabled val="1"/>
        </dgm:presLayoutVars>
      </dgm:prSet>
      <dgm:spPr/>
    </dgm:pt>
    <dgm:pt modelId="{16D15F04-FAA5-49EF-B10A-A0824DA377F4}" type="pres">
      <dgm:prSet presAssocID="{3E0AE603-9842-445D-9605-F3CCF97E9A62}" presName="ThreeConn_2-3" presStyleLbl="fgAccFollowNode1" presStyleIdx="1" presStyleCnt="2">
        <dgm:presLayoutVars>
          <dgm:bulletEnabled val="1"/>
        </dgm:presLayoutVars>
      </dgm:prSet>
      <dgm:spPr/>
    </dgm:pt>
    <dgm:pt modelId="{9698718D-8360-4427-86D7-F9C1F505705C}" type="pres">
      <dgm:prSet presAssocID="{3E0AE603-9842-445D-9605-F3CCF97E9A62}" presName="ThreeNodes_1_text" presStyleLbl="node1" presStyleIdx="2" presStyleCnt="3">
        <dgm:presLayoutVars>
          <dgm:bulletEnabled val="1"/>
        </dgm:presLayoutVars>
      </dgm:prSet>
      <dgm:spPr/>
    </dgm:pt>
    <dgm:pt modelId="{7680F2CB-486C-471B-AF78-A746E61FF8C4}" type="pres">
      <dgm:prSet presAssocID="{3E0AE603-9842-445D-9605-F3CCF97E9A62}" presName="ThreeNodes_2_text" presStyleLbl="node1" presStyleIdx="2" presStyleCnt="3">
        <dgm:presLayoutVars>
          <dgm:bulletEnabled val="1"/>
        </dgm:presLayoutVars>
      </dgm:prSet>
      <dgm:spPr/>
    </dgm:pt>
    <dgm:pt modelId="{BC960081-8549-43AF-A250-93B5B5A22425}" type="pres">
      <dgm:prSet presAssocID="{3E0AE603-9842-445D-9605-F3CCF97E9A62}" presName="ThreeNodes_3_text" presStyleLbl="node1" presStyleIdx="2" presStyleCnt="3">
        <dgm:presLayoutVars>
          <dgm:bulletEnabled val="1"/>
        </dgm:presLayoutVars>
      </dgm:prSet>
      <dgm:spPr/>
    </dgm:pt>
  </dgm:ptLst>
  <dgm:cxnLst>
    <dgm:cxn modelId="{A8C09028-2E0D-4FD4-979D-F93869708C0A}" type="presOf" srcId="{CA40D62C-01BC-4075-8E85-30D061FEE56F}" destId="{7FD7D09A-C183-434F-A646-815E8523009B}" srcOrd="0" destOrd="0" presId="urn:microsoft.com/office/officeart/2005/8/layout/vProcess5"/>
    <dgm:cxn modelId="{8665355B-1BEB-4185-8992-5EA7A5A8616D}" type="presOf" srcId="{694B34C2-FC79-46C4-B2D1-E7E47228CC44}" destId="{16D15F04-FAA5-49EF-B10A-A0824DA377F4}" srcOrd="0" destOrd="0" presId="urn:microsoft.com/office/officeart/2005/8/layout/vProcess5"/>
    <dgm:cxn modelId="{6E74F941-8EDD-4008-B908-268E963798C1}" type="presOf" srcId="{355AC217-9F87-41AD-A7F4-D8075DFCE566}" destId="{BC960081-8549-43AF-A250-93B5B5A22425}" srcOrd="1" destOrd="0" presId="urn:microsoft.com/office/officeart/2005/8/layout/vProcess5"/>
    <dgm:cxn modelId="{C85F716D-EFC2-48FB-8767-49F02E449D53}" type="presOf" srcId="{355AC217-9F87-41AD-A7F4-D8075DFCE566}" destId="{BD474ADC-892D-413F-8D52-CCD48B227415}" srcOrd="0" destOrd="0" presId="urn:microsoft.com/office/officeart/2005/8/layout/vProcess5"/>
    <dgm:cxn modelId="{893EFD97-FFBB-406F-85DF-730ED43BA625}" type="presOf" srcId="{D7D18DBB-F028-49E8-B08B-0445030375E1}" destId="{1F0E0DE0-8624-4832-BCAF-484CBF2636DA}" srcOrd="0" destOrd="0" presId="urn:microsoft.com/office/officeart/2005/8/layout/vProcess5"/>
    <dgm:cxn modelId="{3DD24EA5-E210-4169-8E07-D0649C11505F}" type="presOf" srcId="{3E0AE603-9842-445D-9605-F3CCF97E9A62}" destId="{7D184609-557E-47F5-8DD0-DCAA53BE8BA6}" srcOrd="0" destOrd="0" presId="urn:microsoft.com/office/officeart/2005/8/layout/vProcess5"/>
    <dgm:cxn modelId="{9652E6A8-813F-46CE-8513-1B343417B011}" type="presOf" srcId="{D7D18DBB-F028-49E8-B08B-0445030375E1}" destId="{9698718D-8360-4427-86D7-F9C1F505705C}" srcOrd="1" destOrd="0" presId="urn:microsoft.com/office/officeart/2005/8/layout/vProcess5"/>
    <dgm:cxn modelId="{7147C4E1-F251-4794-B570-46459ABEAEA1}" srcId="{3E0AE603-9842-445D-9605-F3CCF97E9A62}" destId="{355AC217-9F87-41AD-A7F4-D8075DFCE566}" srcOrd="2" destOrd="0" parTransId="{516C2023-89AE-4194-B4BA-6403B1F063EA}" sibTransId="{6B4893CC-4878-4A80-A0D8-5DA8632EBD2D}"/>
    <dgm:cxn modelId="{203B1BEA-B847-425E-841D-2E9AB635D846}" type="presOf" srcId="{91AC9A9C-77F2-4436-922E-EA5B3BCA94CB}" destId="{7680F2CB-486C-471B-AF78-A746E61FF8C4}" srcOrd="1" destOrd="0" presId="urn:microsoft.com/office/officeart/2005/8/layout/vProcess5"/>
    <dgm:cxn modelId="{4A9B80EB-4AE4-419A-B70C-94D1E7FC2184}" srcId="{3E0AE603-9842-445D-9605-F3CCF97E9A62}" destId="{D7D18DBB-F028-49E8-B08B-0445030375E1}" srcOrd="0" destOrd="0" parTransId="{E030DD9B-BC13-4ABC-95C2-4F5241694697}" sibTransId="{CA40D62C-01BC-4075-8E85-30D061FEE56F}"/>
    <dgm:cxn modelId="{F1FB1CF0-DB82-42CD-93F2-4D98195534C4}" srcId="{3E0AE603-9842-445D-9605-F3CCF97E9A62}" destId="{91AC9A9C-77F2-4436-922E-EA5B3BCA94CB}" srcOrd="1" destOrd="0" parTransId="{067B8813-BAF1-4128-AC13-1A88A7E2DE08}" sibTransId="{694B34C2-FC79-46C4-B2D1-E7E47228CC44}"/>
    <dgm:cxn modelId="{6940AEFA-0263-4D34-9B55-7C5AEB0F7315}" type="presOf" srcId="{91AC9A9C-77F2-4436-922E-EA5B3BCA94CB}" destId="{BAC90B5A-5898-4D07-BB89-156DBF5F96DD}" srcOrd="0" destOrd="0" presId="urn:microsoft.com/office/officeart/2005/8/layout/vProcess5"/>
    <dgm:cxn modelId="{FE819F91-2C22-4CFF-BC5D-C128A98197E4}" type="presParOf" srcId="{7D184609-557E-47F5-8DD0-DCAA53BE8BA6}" destId="{FF201EED-D78E-4FD2-B326-5E82C7C6D96E}" srcOrd="0" destOrd="0" presId="urn:microsoft.com/office/officeart/2005/8/layout/vProcess5"/>
    <dgm:cxn modelId="{423F67DD-C7DE-46BE-B6BC-A12B6F382F1B}" type="presParOf" srcId="{7D184609-557E-47F5-8DD0-DCAA53BE8BA6}" destId="{1F0E0DE0-8624-4832-BCAF-484CBF2636DA}" srcOrd="1" destOrd="0" presId="urn:microsoft.com/office/officeart/2005/8/layout/vProcess5"/>
    <dgm:cxn modelId="{4B75150F-1D08-458B-917E-CB13A308086D}" type="presParOf" srcId="{7D184609-557E-47F5-8DD0-DCAA53BE8BA6}" destId="{BAC90B5A-5898-4D07-BB89-156DBF5F96DD}" srcOrd="2" destOrd="0" presId="urn:microsoft.com/office/officeart/2005/8/layout/vProcess5"/>
    <dgm:cxn modelId="{034BC748-2368-45F8-A38B-EBB84885D7A9}" type="presParOf" srcId="{7D184609-557E-47F5-8DD0-DCAA53BE8BA6}" destId="{BD474ADC-892D-413F-8D52-CCD48B227415}" srcOrd="3" destOrd="0" presId="urn:microsoft.com/office/officeart/2005/8/layout/vProcess5"/>
    <dgm:cxn modelId="{07872724-5018-43EE-B367-E2164687CEAF}" type="presParOf" srcId="{7D184609-557E-47F5-8DD0-DCAA53BE8BA6}" destId="{7FD7D09A-C183-434F-A646-815E8523009B}" srcOrd="4" destOrd="0" presId="urn:microsoft.com/office/officeart/2005/8/layout/vProcess5"/>
    <dgm:cxn modelId="{38DAF68A-92F6-4AA2-91C5-9E5870284986}" type="presParOf" srcId="{7D184609-557E-47F5-8DD0-DCAA53BE8BA6}" destId="{16D15F04-FAA5-49EF-B10A-A0824DA377F4}" srcOrd="5" destOrd="0" presId="urn:microsoft.com/office/officeart/2005/8/layout/vProcess5"/>
    <dgm:cxn modelId="{67BF0F71-C317-421D-AD20-3A72D6E9D540}" type="presParOf" srcId="{7D184609-557E-47F5-8DD0-DCAA53BE8BA6}" destId="{9698718D-8360-4427-86D7-F9C1F505705C}" srcOrd="6" destOrd="0" presId="urn:microsoft.com/office/officeart/2005/8/layout/vProcess5"/>
    <dgm:cxn modelId="{34D9054C-B9FA-4FA3-A512-441D83E5D36A}" type="presParOf" srcId="{7D184609-557E-47F5-8DD0-DCAA53BE8BA6}" destId="{7680F2CB-486C-471B-AF78-A746E61FF8C4}" srcOrd="7" destOrd="0" presId="urn:microsoft.com/office/officeart/2005/8/layout/vProcess5"/>
    <dgm:cxn modelId="{662E87EF-2B36-4F9E-B78B-01A66013AA55}" type="presParOf" srcId="{7D184609-557E-47F5-8DD0-DCAA53BE8BA6}" destId="{BC960081-8549-43AF-A250-93B5B5A22425}"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9B09AFA-ADFC-46F3-A10B-62B4C291D22A}" type="doc">
      <dgm:prSet loTypeId="urn:microsoft.com/office/officeart/2008/layout/LinedList" loCatId="list" qsTypeId="urn:microsoft.com/office/officeart/2005/8/quickstyle/simple4" qsCatId="simple" csTypeId="urn:microsoft.com/office/officeart/2005/8/colors/accent1_2" csCatId="accent1"/>
      <dgm:spPr/>
      <dgm:t>
        <a:bodyPr/>
        <a:lstStyle/>
        <a:p>
          <a:endParaRPr lang="en-US"/>
        </a:p>
      </dgm:t>
    </dgm:pt>
    <dgm:pt modelId="{2DDD8615-5651-40A7-90B0-F6801FCF98DE}">
      <dgm:prSet/>
      <dgm:spPr/>
      <dgm:t>
        <a:bodyPr/>
        <a:lstStyle/>
        <a:p>
          <a:r>
            <a:rPr lang="en-US"/>
            <a:t>Shared repositories are essential when it comes to modern software development and by using these best practices you will be able to lessen any chances of vulnerabilities whether they be from within or outside sources.</a:t>
          </a:r>
        </a:p>
      </dgm:t>
    </dgm:pt>
    <dgm:pt modelId="{86EE32B1-A847-46F6-AC12-11818C915136}" type="parTrans" cxnId="{C73D43D8-499C-4448-B232-BDBDA38D2422}">
      <dgm:prSet/>
      <dgm:spPr/>
      <dgm:t>
        <a:bodyPr/>
        <a:lstStyle/>
        <a:p>
          <a:endParaRPr lang="en-US"/>
        </a:p>
      </dgm:t>
    </dgm:pt>
    <dgm:pt modelId="{4AF8C152-AFF8-46CB-9F81-629BF7408A1E}" type="sibTrans" cxnId="{C73D43D8-499C-4448-B232-BDBDA38D2422}">
      <dgm:prSet/>
      <dgm:spPr/>
      <dgm:t>
        <a:bodyPr/>
        <a:lstStyle/>
        <a:p>
          <a:endParaRPr lang="en-US"/>
        </a:p>
      </dgm:t>
    </dgm:pt>
    <dgm:pt modelId="{7AC5B4AF-AFF2-4785-9F6E-F6D0ECF9F143}">
      <dgm:prSet/>
      <dgm:spPr/>
      <dgm:t>
        <a:bodyPr/>
        <a:lstStyle/>
        <a:p>
          <a:r>
            <a:rPr lang="en-US"/>
            <a:t>Access control, authentication, code reviews, and automated scanning are just a few of the many ways a team or company are able to use that will save them from future headaches. </a:t>
          </a:r>
        </a:p>
      </dgm:t>
    </dgm:pt>
    <dgm:pt modelId="{7E9CCD07-066A-4875-BD62-2F235177F839}" type="parTrans" cxnId="{67A7F9DD-29AE-485E-B03A-0EFD58D9EA94}">
      <dgm:prSet/>
      <dgm:spPr/>
      <dgm:t>
        <a:bodyPr/>
        <a:lstStyle/>
        <a:p>
          <a:endParaRPr lang="en-US"/>
        </a:p>
      </dgm:t>
    </dgm:pt>
    <dgm:pt modelId="{C3244D1C-57F0-455B-844F-C332ECD3ABBE}" type="sibTrans" cxnId="{67A7F9DD-29AE-485E-B03A-0EFD58D9EA94}">
      <dgm:prSet/>
      <dgm:spPr/>
      <dgm:t>
        <a:bodyPr/>
        <a:lstStyle/>
        <a:p>
          <a:endParaRPr lang="en-US"/>
        </a:p>
      </dgm:t>
    </dgm:pt>
    <dgm:pt modelId="{1FD74458-FB8A-400E-AFFE-9B4FFF6A4CF2}" type="pres">
      <dgm:prSet presAssocID="{B9B09AFA-ADFC-46F3-A10B-62B4C291D22A}" presName="vert0" presStyleCnt="0">
        <dgm:presLayoutVars>
          <dgm:dir/>
          <dgm:animOne val="branch"/>
          <dgm:animLvl val="lvl"/>
        </dgm:presLayoutVars>
      </dgm:prSet>
      <dgm:spPr/>
    </dgm:pt>
    <dgm:pt modelId="{E9509BC2-CB6D-44CA-B486-00577EA781B7}" type="pres">
      <dgm:prSet presAssocID="{2DDD8615-5651-40A7-90B0-F6801FCF98DE}" presName="thickLine" presStyleLbl="alignNode1" presStyleIdx="0" presStyleCnt="2"/>
      <dgm:spPr/>
    </dgm:pt>
    <dgm:pt modelId="{BDAB2A4E-6BAF-4B92-83FA-78CF7EFF803F}" type="pres">
      <dgm:prSet presAssocID="{2DDD8615-5651-40A7-90B0-F6801FCF98DE}" presName="horz1" presStyleCnt="0"/>
      <dgm:spPr/>
    </dgm:pt>
    <dgm:pt modelId="{7125A235-93E9-4B93-8E4A-69520A2EC933}" type="pres">
      <dgm:prSet presAssocID="{2DDD8615-5651-40A7-90B0-F6801FCF98DE}" presName="tx1" presStyleLbl="revTx" presStyleIdx="0" presStyleCnt="2"/>
      <dgm:spPr/>
    </dgm:pt>
    <dgm:pt modelId="{EB83DCFE-8AF9-4224-BB93-AD4A73190F67}" type="pres">
      <dgm:prSet presAssocID="{2DDD8615-5651-40A7-90B0-F6801FCF98DE}" presName="vert1" presStyleCnt="0"/>
      <dgm:spPr/>
    </dgm:pt>
    <dgm:pt modelId="{F0B21C44-3719-4E9F-96BE-ACC0E989C1F9}" type="pres">
      <dgm:prSet presAssocID="{7AC5B4AF-AFF2-4785-9F6E-F6D0ECF9F143}" presName="thickLine" presStyleLbl="alignNode1" presStyleIdx="1" presStyleCnt="2"/>
      <dgm:spPr/>
    </dgm:pt>
    <dgm:pt modelId="{1EA822AA-2192-42A6-A0A0-54CC8B13898C}" type="pres">
      <dgm:prSet presAssocID="{7AC5B4AF-AFF2-4785-9F6E-F6D0ECF9F143}" presName="horz1" presStyleCnt="0"/>
      <dgm:spPr/>
    </dgm:pt>
    <dgm:pt modelId="{1861B488-3B3F-4556-B5D6-EB599B024457}" type="pres">
      <dgm:prSet presAssocID="{7AC5B4AF-AFF2-4785-9F6E-F6D0ECF9F143}" presName="tx1" presStyleLbl="revTx" presStyleIdx="1" presStyleCnt="2"/>
      <dgm:spPr/>
    </dgm:pt>
    <dgm:pt modelId="{8AFF42EA-3379-41A7-9533-514AA1E37C9D}" type="pres">
      <dgm:prSet presAssocID="{7AC5B4AF-AFF2-4785-9F6E-F6D0ECF9F143}" presName="vert1" presStyleCnt="0"/>
      <dgm:spPr/>
    </dgm:pt>
  </dgm:ptLst>
  <dgm:cxnLst>
    <dgm:cxn modelId="{33878849-EDC1-4DC1-AFF0-AF7FA0F562A6}" type="presOf" srcId="{7AC5B4AF-AFF2-4785-9F6E-F6D0ECF9F143}" destId="{1861B488-3B3F-4556-B5D6-EB599B024457}" srcOrd="0" destOrd="0" presId="urn:microsoft.com/office/officeart/2008/layout/LinedList"/>
    <dgm:cxn modelId="{C73D43D8-499C-4448-B232-BDBDA38D2422}" srcId="{B9B09AFA-ADFC-46F3-A10B-62B4C291D22A}" destId="{2DDD8615-5651-40A7-90B0-F6801FCF98DE}" srcOrd="0" destOrd="0" parTransId="{86EE32B1-A847-46F6-AC12-11818C915136}" sibTransId="{4AF8C152-AFF8-46CB-9F81-629BF7408A1E}"/>
    <dgm:cxn modelId="{67A7F9DD-29AE-485E-B03A-0EFD58D9EA94}" srcId="{B9B09AFA-ADFC-46F3-A10B-62B4C291D22A}" destId="{7AC5B4AF-AFF2-4785-9F6E-F6D0ECF9F143}" srcOrd="1" destOrd="0" parTransId="{7E9CCD07-066A-4875-BD62-2F235177F839}" sibTransId="{C3244D1C-57F0-455B-844F-C332ECD3ABBE}"/>
    <dgm:cxn modelId="{743391EB-32F1-4CA3-A322-940DE6B3A2D5}" type="presOf" srcId="{B9B09AFA-ADFC-46F3-A10B-62B4C291D22A}" destId="{1FD74458-FB8A-400E-AFFE-9B4FFF6A4CF2}" srcOrd="0" destOrd="0" presId="urn:microsoft.com/office/officeart/2008/layout/LinedList"/>
    <dgm:cxn modelId="{D2D6D7F7-F1E7-4266-ACD0-B361D6250E4A}" type="presOf" srcId="{2DDD8615-5651-40A7-90B0-F6801FCF98DE}" destId="{7125A235-93E9-4B93-8E4A-69520A2EC933}" srcOrd="0" destOrd="0" presId="urn:microsoft.com/office/officeart/2008/layout/LinedList"/>
    <dgm:cxn modelId="{8610AFAB-0D43-43EE-AD81-980EF10D6A1B}" type="presParOf" srcId="{1FD74458-FB8A-400E-AFFE-9B4FFF6A4CF2}" destId="{E9509BC2-CB6D-44CA-B486-00577EA781B7}" srcOrd="0" destOrd="0" presId="urn:microsoft.com/office/officeart/2008/layout/LinedList"/>
    <dgm:cxn modelId="{084C8E75-4BCE-4F26-8072-5FAB6D00D549}" type="presParOf" srcId="{1FD74458-FB8A-400E-AFFE-9B4FFF6A4CF2}" destId="{BDAB2A4E-6BAF-4B92-83FA-78CF7EFF803F}" srcOrd="1" destOrd="0" presId="urn:microsoft.com/office/officeart/2008/layout/LinedList"/>
    <dgm:cxn modelId="{EA02A624-9C24-41D8-8FE5-8786107B63FA}" type="presParOf" srcId="{BDAB2A4E-6BAF-4B92-83FA-78CF7EFF803F}" destId="{7125A235-93E9-4B93-8E4A-69520A2EC933}" srcOrd="0" destOrd="0" presId="urn:microsoft.com/office/officeart/2008/layout/LinedList"/>
    <dgm:cxn modelId="{2F7DCB30-AE85-48B7-894F-B5079E412CE1}" type="presParOf" srcId="{BDAB2A4E-6BAF-4B92-83FA-78CF7EFF803F}" destId="{EB83DCFE-8AF9-4224-BB93-AD4A73190F67}" srcOrd="1" destOrd="0" presId="urn:microsoft.com/office/officeart/2008/layout/LinedList"/>
    <dgm:cxn modelId="{B58C77CD-5E01-48B2-A0C4-43FE48E7E5FD}" type="presParOf" srcId="{1FD74458-FB8A-400E-AFFE-9B4FFF6A4CF2}" destId="{F0B21C44-3719-4E9F-96BE-ACC0E989C1F9}" srcOrd="2" destOrd="0" presId="urn:microsoft.com/office/officeart/2008/layout/LinedList"/>
    <dgm:cxn modelId="{A47FAF6D-CF58-462F-B2D1-9C624516BD41}" type="presParOf" srcId="{1FD74458-FB8A-400E-AFFE-9B4FFF6A4CF2}" destId="{1EA822AA-2192-42A6-A0A0-54CC8B13898C}" srcOrd="3" destOrd="0" presId="urn:microsoft.com/office/officeart/2008/layout/LinedList"/>
    <dgm:cxn modelId="{EB639AA9-2334-4EC2-B3B6-AC7348A5093A}" type="presParOf" srcId="{1EA822AA-2192-42A6-A0A0-54CC8B13898C}" destId="{1861B488-3B3F-4556-B5D6-EB599B024457}" srcOrd="0" destOrd="0" presId="urn:microsoft.com/office/officeart/2008/layout/LinedList"/>
    <dgm:cxn modelId="{CB924C2B-A8F0-40BF-9D39-19AF03567772}" type="presParOf" srcId="{1EA822AA-2192-42A6-A0A0-54CC8B13898C}" destId="{8AFF42EA-3379-41A7-9533-514AA1E37C9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9272522-DF72-44F5-8126-C9C068AE2625}"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8E5815C9-E8CC-48E5-A5B9-543E12D6C806}">
      <dgm:prSet/>
      <dgm:spPr/>
      <dgm:t>
        <a:bodyPr/>
        <a:lstStyle/>
        <a:p>
          <a:r>
            <a:rPr lang="en-US" dirty="0"/>
            <a:t>Encryption Consulting. (2023). </a:t>
          </a:r>
          <a:r>
            <a:rPr lang="en-US" i="1" dirty="0"/>
            <a:t>Are Code Repositories Safe for Your Source Code?</a:t>
          </a:r>
          <a:r>
            <a:rPr lang="en-US" dirty="0"/>
            <a:t> </a:t>
          </a:r>
          <a:r>
            <a:rPr lang="en-US" dirty="0">
              <a:solidFill>
                <a:srgbClr val="00B0F0"/>
              </a:solidFill>
              <a:hlinkClick xmlns:r="http://schemas.openxmlformats.org/officeDocument/2006/relationships" r:id="rId1">
                <a:extLst>
                  <a:ext uri="{A12FA001-AC4F-418D-AE19-62706E023703}">
                    <ahyp:hlinkClr xmlns:ahyp="http://schemas.microsoft.com/office/drawing/2018/hyperlinkcolor" val="tx"/>
                  </a:ext>
                </a:extLst>
              </a:hlinkClick>
            </a:rPr>
            <a:t>https://www.encryptionconsulting.com/are-code-repositories-safe-for-your-source-code/</a:t>
          </a:r>
          <a:endParaRPr lang="en-US" dirty="0">
            <a:solidFill>
              <a:srgbClr val="00B0F0"/>
            </a:solidFill>
          </a:endParaRPr>
        </a:p>
      </dgm:t>
    </dgm:pt>
    <dgm:pt modelId="{2B63970B-405F-45DC-9878-90F61453BA7F}" type="parTrans" cxnId="{D841EED6-D91E-4B0E-BCB6-B057373F3C72}">
      <dgm:prSet/>
      <dgm:spPr/>
      <dgm:t>
        <a:bodyPr/>
        <a:lstStyle/>
        <a:p>
          <a:endParaRPr lang="en-US"/>
        </a:p>
      </dgm:t>
    </dgm:pt>
    <dgm:pt modelId="{DE7B6F13-3FF6-4559-A741-81649F044483}" type="sibTrans" cxnId="{D841EED6-D91E-4B0E-BCB6-B057373F3C72}">
      <dgm:prSet/>
      <dgm:spPr/>
      <dgm:t>
        <a:bodyPr/>
        <a:lstStyle/>
        <a:p>
          <a:endParaRPr lang="en-US"/>
        </a:p>
      </dgm:t>
    </dgm:pt>
    <dgm:pt modelId="{A2A626D5-EBBF-4CBC-91CF-819DC415AD55}">
      <dgm:prSet/>
      <dgm:spPr/>
      <dgm:t>
        <a:bodyPr/>
        <a:lstStyle/>
        <a:p>
          <a:r>
            <a:rPr lang="en-US" dirty="0"/>
            <a:t>Endpoint Protector. (2023). </a:t>
          </a:r>
          <a:r>
            <a:rPr lang="en-US" i="1" dirty="0"/>
            <a:t>Your Ultimate Guide to Source Code Protection</a:t>
          </a:r>
          <a:r>
            <a:rPr lang="en-US" dirty="0"/>
            <a:t>. </a:t>
          </a:r>
          <a:r>
            <a:rPr lang="en-US" dirty="0">
              <a:solidFill>
                <a:srgbClr val="00B0F0"/>
              </a:solidFill>
              <a:hlinkClick xmlns:r="http://schemas.openxmlformats.org/officeDocument/2006/relationships" r:id="rId2">
                <a:extLst>
                  <a:ext uri="{A12FA001-AC4F-418D-AE19-62706E023703}">
                    <ahyp:hlinkClr xmlns:ahyp="http://schemas.microsoft.com/office/drawing/2018/hyperlinkcolor" val="tx"/>
                  </a:ext>
                </a:extLst>
              </a:hlinkClick>
            </a:rPr>
            <a:t>https://www.endpointprotector.com/blog/your-ultimate-guide-to-source-code-protection/</a:t>
          </a:r>
          <a:endParaRPr lang="en-US" dirty="0">
            <a:solidFill>
              <a:srgbClr val="00B0F0"/>
            </a:solidFill>
          </a:endParaRPr>
        </a:p>
      </dgm:t>
    </dgm:pt>
    <dgm:pt modelId="{11D82D13-76B3-4B5C-A5E8-F6F84D9F85B0}" type="parTrans" cxnId="{8DB84B8D-88AC-4263-BCB8-CB9151ECDD34}">
      <dgm:prSet/>
      <dgm:spPr/>
      <dgm:t>
        <a:bodyPr/>
        <a:lstStyle/>
        <a:p>
          <a:endParaRPr lang="en-US"/>
        </a:p>
      </dgm:t>
    </dgm:pt>
    <dgm:pt modelId="{FD969656-A9D6-44C3-985E-33FA5D66E9FE}" type="sibTrans" cxnId="{8DB84B8D-88AC-4263-BCB8-CB9151ECDD34}">
      <dgm:prSet/>
      <dgm:spPr/>
      <dgm:t>
        <a:bodyPr/>
        <a:lstStyle/>
        <a:p>
          <a:endParaRPr lang="en-US"/>
        </a:p>
      </dgm:t>
    </dgm:pt>
    <dgm:pt modelId="{35F753BD-7A2C-46A7-85CA-E92697BE0478}">
      <dgm:prSet/>
      <dgm:spPr/>
      <dgm:t>
        <a:bodyPr/>
        <a:lstStyle/>
        <a:p>
          <a:r>
            <a:rPr lang="en-US" dirty="0"/>
            <a:t>Grammarly. Grammarly: Free Online Writing Assistant. </a:t>
          </a:r>
          <a:r>
            <a:rPr lang="en-US" dirty="0">
              <a:solidFill>
                <a:srgbClr val="00B0F0"/>
              </a:solidFill>
              <a:hlinkClick xmlns:r="http://schemas.openxmlformats.org/officeDocument/2006/relationships" r:id="rId3">
                <a:extLst>
                  <a:ext uri="{A12FA001-AC4F-418D-AE19-62706E023703}">
                    <ahyp:hlinkClr xmlns:ahyp="http://schemas.microsoft.com/office/drawing/2018/hyperlinkcolor" val="tx"/>
                  </a:ext>
                </a:extLst>
              </a:hlinkClick>
            </a:rPr>
            <a:t>https://www.grammarly.com/</a:t>
          </a:r>
          <a:endParaRPr lang="en-US" dirty="0">
            <a:solidFill>
              <a:srgbClr val="00B0F0"/>
            </a:solidFill>
          </a:endParaRPr>
        </a:p>
      </dgm:t>
    </dgm:pt>
    <dgm:pt modelId="{9F4E1750-6328-4758-9B37-7D43648934B2}" type="parTrans" cxnId="{BF2197A7-55C3-4680-A3CB-8F68F92578A3}">
      <dgm:prSet/>
      <dgm:spPr/>
      <dgm:t>
        <a:bodyPr/>
        <a:lstStyle/>
        <a:p>
          <a:endParaRPr lang="en-US"/>
        </a:p>
      </dgm:t>
    </dgm:pt>
    <dgm:pt modelId="{9EAF080C-002D-4CCA-BAD2-61E465FC2478}" type="sibTrans" cxnId="{BF2197A7-55C3-4680-A3CB-8F68F92578A3}">
      <dgm:prSet/>
      <dgm:spPr/>
      <dgm:t>
        <a:bodyPr/>
        <a:lstStyle/>
        <a:p>
          <a:endParaRPr lang="en-US"/>
        </a:p>
      </dgm:t>
    </dgm:pt>
    <dgm:pt modelId="{B4DC900E-9C45-497E-A638-28F596A446B8}">
      <dgm:prSet/>
      <dgm:spPr/>
      <dgm:t>
        <a:bodyPr/>
        <a:lstStyle/>
        <a:p>
          <a:r>
            <a:rPr lang="en-US" dirty="0"/>
            <a:t>OpenAI. (2025). ChatGPT (40 </a:t>
          </a:r>
          <a:r>
            <a:rPr lang="en-US" dirty="0" err="1"/>
            <a:t>mimi</a:t>
          </a:r>
          <a:r>
            <a:rPr lang="en-US" dirty="0"/>
            <a:t>).</a:t>
          </a:r>
          <a:r>
            <a:rPr lang="en-US" dirty="0">
              <a:solidFill>
                <a:srgbClr val="00B0F0"/>
              </a:solidFill>
            </a:rPr>
            <a:t> </a:t>
          </a:r>
          <a:r>
            <a:rPr lang="en-US" dirty="0">
              <a:solidFill>
                <a:srgbClr val="00B0F0"/>
              </a:solidFill>
              <a:hlinkClick xmlns:r="http://schemas.openxmlformats.org/officeDocument/2006/relationships" r:id="rId4">
                <a:extLst>
                  <a:ext uri="{A12FA001-AC4F-418D-AE19-62706E023703}">
                    <ahyp:hlinkClr xmlns:ahyp="http://schemas.microsoft.com/office/drawing/2018/hyperlinkcolor" val="tx"/>
                  </a:ext>
                </a:extLst>
              </a:hlinkClick>
            </a:rPr>
            <a:t>https://chat.openai.com/chat</a:t>
          </a:r>
          <a:endParaRPr lang="en-US" dirty="0">
            <a:solidFill>
              <a:srgbClr val="00B0F0"/>
            </a:solidFill>
          </a:endParaRPr>
        </a:p>
      </dgm:t>
    </dgm:pt>
    <dgm:pt modelId="{943F5AA7-A53A-425A-B292-F03C3D1E4336}" type="parTrans" cxnId="{7F030516-9D2A-4106-BC74-731A7737D78C}">
      <dgm:prSet/>
      <dgm:spPr/>
      <dgm:t>
        <a:bodyPr/>
        <a:lstStyle/>
        <a:p>
          <a:endParaRPr lang="en-US"/>
        </a:p>
      </dgm:t>
    </dgm:pt>
    <dgm:pt modelId="{5AEEDA96-AA8C-4A1E-9B07-BBDC752FD663}" type="sibTrans" cxnId="{7F030516-9D2A-4106-BC74-731A7737D78C}">
      <dgm:prSet/>
      <dgm:spPr/>
      <dgm:t>
        <a:bodyPr/>
        <a:lstStyle/>
        <a:p>
          <a:endParaRPr lang="en-US"/>
        </a:p>
      </dgm:t>
    </dgm:pt>
    <dgm:pt modelId="{61CFA4AC-F041-4C8D-8753-5AC3FAE51FBF}">
      <dgm:prSet/>
      <dgm:spPr/>
      <dgm:t>
        <a:bodyPr/>
        <a:lstStyle/>
        <a:p>
          <a:r>
            <a:rPr lang="en-US" dirty="0"/>
            <a:t>National Cyber Security Centre. (2024). </a:t>
          </a:r>
          <a:r>
            <a:rPr lang="en-US" i="1" dirty="0"/>
            <a:t>Protect Your Code Repository.</a:t>
          </a:r>
          <a:r>
            <a:rPr lang="en-US" dirty="0">
              <a:solidFill>
                <a:srgbClr val="00B0F0"/>
              </a:solidFill>
            </a:rPr>
            <a:t> </a:t>
          </a:r>
          <a:r>
            <a:rPr lang="en-US" dirty="0">
              <a:solidFill>
                <a:srgbClr val="00B0F0"/>
              </a:solidFill>
              <a:hlinkClick xmlns:r="http://schemas.openxmlformats.org/officeDocument/2006/relationships" r:id="rId5">
                <a:extLst>
                  <a:ext uri="{A12FA001-AC4F-418D-AE19-62706E023703}">
                    <ahyp:hlinkClr xmlns:ahyp="http://schemas.microsoft.com/office/drawing/2018/hyperlinkcolor" val="tx"/>
                  </a:ext>
                </a:extLst>
              </a:hlinkClick>
            </a:rPr>
            <a:t>https://www.ncsc.gov.uk/collection/developers-collection/principles/protect-your-code-repository</a:t>
          </a:r>
          <a:endParaRPr lang="en-US" dirty="0">
            <a:solidFill>
              <a:srgbClr val="00B0F0"/>
            </a:solidFill>
          </a:endParaRPr>
        </a:p>
      </dgm:t>
    </dgm:pt>
    <dgm:pt modelId="{F2CE3E4B-7269-4C58-AB5A-190B17A1997D}" type="parTrans" cxnId="{27D8A6CD-2BC7-483D-AF41-6621A873087D}">
      <dgm:prSet/>
      <dgm:spPr/>
      <dgm:t>
        <a:bodyPr/>
        <a:lstStyle/>
        <a:p>
          <a:endParaRPr lang="en-US"/>
        </a:p>
      </dgm:t>
    </dgm:pt>
    <dgm:pt modelId="{01D5B082-DAFB-4740-A1E3-B7D9638661D3}" type="sibTrans" cxnId="{27D8A6CD-2BC7-483D-AF41-6621A873087D}">
      <dgm:prSet/>
      <dgm:spPr/>
      <dgm:t>
        <a:bodyPr/>
        <a:lstStyle/>
        <a:p>
          <a:endParaRPr lang="en-US"/>
        </a:p>
      </dgm:t>
    </dgm:pt>
    <dgm:pt modelId="{7FFDEF7A-D2E0-45C2-97EB-28A5B57A37B7}">
      <dgm:prSet/>
      <dgm:spPr/>
      <dgm:t>
        <a:bodyPr/>
        <a:lstStyle/>
        <a:p>
          <a:r>
            <a:rPr lang="en-US" dirty="0" err="1"/>
            <a:t>Snyk</a:t>
          </a:r>
          <a:r>
            <a:rPr lang="en-US" dirty="0"/>
            <a:t>. (2024). </a:t>
          </a:r>
          <a:r>
            <a:rPr lang="en-US" i="1" dirty="0"/>
            <a:t>Securing Source Code in Repositories</a:t>
          </a:r>
          <a:r>
            <a:rPr lang="en-US" dirty="0"/>
            <a:t>. </a:t>
          </a:r>
          <a:r>
            <a:rPr lang="en-US" dirty="0">
              <a:solidFill>
                <a:srgbClr val="00B0F0"/>
              </a:solidFill>
              <a:hlinkClick xmlns:r="http://schemas.openxmlformats.org/officeDocument/2006/relationships" r:id="rId6">
                <a:extLst>
                  <a:ext uri="{A12FA001-AC4F-418D-AE19-62706E023703}">
                    <ahyp:hlinkClr xmlns:ahyp="http://schemas.microsoft.com/office/drawing/2018/hyperlinkcolor" val="tx"/>
                  </a:ext>
                </a:extLst>
              </a:hlinkClick>
            </a:rPr>
            <a:t>https://snyk.io/articles/securing-source-code-repositories/</a:t>
          </a:r>
          <a:endParaRPr lang="en-US" dirty="0">
            <a:solidFill>
              <a:srgbClr val="00B0F0"/>
            </a:solidFill>
          </a:endParaRPr>
        </a:p>
      </dgm:t>
    </dgm:pt>
    <dgm:pt modelId="{990D22DA-047E-4F11-B7E0-0221B07269D7}" type="parTrans" cxnId="{8911A03D-3FE1-46F2-8288-7FF08C552707}">
      <dgm:prSet/>
      <dgm:spPr/>
      <dgm:t>
        <a:bodyPr/>
        <a:lstStyle/>
        <a:p>
          <a:endParaRPr lang="en-US"/>
        </a:p>
      </dgm:t>
    </dgm:pt>
    <dgm:pt modelId="{B92D65A3-1F3F-40EB-9466-0C2130E6B295}" type="sibTrans" cxnId="{8911A03D-3FE1-46F2-8288-7FF08C552707}">
      <dgm:prSet/>
      <dgm:spPr/>
      <dgm:t>
        <a:bodyPr/>
        <a:lstStyle/>
        <a:p>
          <a:endParaRPr lang="en-US"/>
        </a:p>
      </dgm:t>
    </dgm:pt>
    <dgm:pt modelId="{F6CBFA56-CFC1-4D2D-AC6C-0C02111A973E}" type="pres">
      <dgm:prSet presAssocID="{69272522-DF72-44F5-8126-C9C068AE2625}" presName="linear" presStyleCnt="0">
        <dgm:presLayoutVars>
          <dgm:animLvl val="lvl"/>
          <dgm:resizeHandles val="exact"/>
        </dgm:presLayoutVars>
      </dgm:prSet>
      <dgm:spPr/>
    </dgm:pt>
    <dgm:pt modelId="{D3A03C65-3CA9-44F3-ABC5-11998C203D0B}" type="pres">
      <dgm:prSet presAssocID="{8E5815C9-E8CC-48E5-A5B9-543E12D6C806}" presName="parentText" presStyleLbl="node1" presStyleIdx="0" presStyleCnt="6">
        <dgm:presLayoutVars>
          <dgm:chMax val="0"/>
          <dgm:bulletEnabled val="1"/>
        </dgm:presLayoutVars>
      </dgm:prSet>
      <dgm:spPr/>
    </dgm:pt>
    <dgm:pt modelId="{D93B3397-D1E8-4403-99C3-D2325146256B}" type="pres">
      <dgm:prSet presAssocID="{DE7B6F13-3FF6-4559-A741-81649F044483}" presName="spacer" presStyleCnt="0"/>
      <dgm:spPr/>
    </dgm:pt>
    <dgm:pt modelId="{5CB81AF6-8BB0-4C4E-89F9-C415FD9D7D9F}" type="pres">
      <dgm:prSet presAssocID="{A2A626D5-EBBF-4CBC-91CF-819DC415AD55}" presName="parentText" presStyleLbl="node1" presStyleIdx="1" presStyleCnt="6" custLinFactNeighborX="-5">
        <dgm:presLayoutVars>
          <dgm:chMax val="0"/>
          <dgm:bulletEnabled val="1"/>
        </dgm:presLayoutVars>
      </dgm:prSet>
      <dgm:spPr/>
    </dgm:pt>
    <dgm:pt modelId="{616260CA-253B-480E-8F1B-0D4A96E0CB07}" type="pres">
      <dgm:prSet presAssocID="{FD969656-A9D6-44C3-985E-33FA5D66E9FE}" presName="spacer" presStyleCnt="0"/>
      <dgm:spPr/>
    </dgm:pt>
    <dgm:pt modelId="{900904A6-D026-4003-80E4-4ACB11380D68}" type="pres">
      <dgm:prSet presAssocID="{35F753BD-7A2C-46A7-85CA-E92697BE0478}" presName="parentText" presStyleLbl="node1" presStyleIdx="2" presStyleCnt="6">
        <dgm:presLayoutVars>
          <dgm:chMax val="0"/>
          <dgm:bulletEnabled val="1"/>
        </dgm:presLayoutVars>
      </dgm:prSet>
      <dgm:spPr/>
    </dgm:pt>
    <dgm:pt modelId="{AEFBB071-5EFA-4A4A-9976-3520B0B53971}" type="pres">
      <dgm:prSet presAssocID="{9EAF080C-002D-4CCA-BAD2-61E465FC2478}" presName="spacer" presStyleCnt="0"/>
      <dgm:spPr/>
    </dgm:pt>
    <dgm:pt modelId="{84AB66D6-2440-4355-8D7C-0968449E4DC0}" type="pres">
      <dgm:prSet presAssocID="{B4DC900E-9C45-497E-A638-28F596A446B8}" presName="parentText" presStyleLbl="node1" presStyleIdx="3" presStyleCnt="6">
        <dgm:presLayoutVars>
          <dgm:chMax val="0"/>
          <dgm:bulletEnabled val="1"/>
        </dgm:presLayoutVars>
      </dgm:prSet>
      <dgm:spPr/>
    </dgm:pt>
    <dgm:pt modelId="{BF0E25BF-1F30-4836-AE3B-8F26AEA9F4CB}" type="pres">
      <dgm:prSet presAssocID="{5AEEDA96-AA8C-4A1E-9B07-BBDC752FD663}" presName="spacer" presStyleCnt="0"/>
      <dgm:spPr/>
    </dgm:pt>
    <dgm:pt modelId="{3A28BA5D-5522-4295-A724-4FAAC57712B1}" type="pres">
      <dgm:prSet presAssocID="{61CFA4AC-F041-4C8D-8753-5AC3FAE51FBF}" presName="parentText" presStyleLbl="node1" presStyleIdx="4" presStyleCnt="6">
        <dgm:presLayoutVars>
          <dgm:chMax val="0"/>
          <dgm:bulletEnabled val="1"/>
        </dgm:presLayoutVars>
      </dgm:prSet>
      <dgm:spPr/>
    </dgm:pt>
    <dgm:pt modelId="{22CFD12A-F3BE-4DCA-B6E8-8F699716A90A}" type="pres">
      <dgm:prSet presAssocID="{01D5B082-DAFB-4740-A1E3-B7D9638661D3}" presName="spacer" presStyleCnt="0"/>
      <dgm:spPr/>
    </dgm:pt>
    <dgm:pt modelId="{2109C99E-EDEC-4FBB-A490-3FC0C5EF1B87}" type="pres">
      <dgm:prSet presAssocID="{7FFDEF7A-D2E0-45C2-97EB-28A5B57A37B7}" presName="parentText" presStyleLbl="node1" presStyleIdx="5" presStyleCnt="6">
        <dgm:presLayoutVars>
          <dgm:chMax val="0"/>
          <dgm:bulletEnabled val="1"/>
        </dgm:presLayoutVars>
      </dgm:prSet>
      <dgm:spPr/>
    </dgm:pt>
  </dgm:ptLst>
  <dgm:cxnLst>
    <dgm:cxn modelId="{E79D0002-E929-407C-8638-B56263115633}" type="presOf" srcId="{69272522-DF72-44F5-8126-C9C068AE2625}" destId="{F6CBFA56-CFC1-4D2D-AC6C-0C02111A973E}" srcOrd="0" destOrd="0" presId="urn:microsoft.com/office/officeart/2005/8/layout/vList2"/>
    <dgm:cxn modelId="{7F030516-9D2A-4106-BC74-731A7737D78C}" srcId="{69272522-DF72-44F5-8126-C9C068AE2625}" destId="{B4DC900E-9C45-497E-A638-28F596A446B8}" srcOrd="3" destOrd="0" parTransId="{943F5AA7-A53A-425A-B292-F03C3D1E4336}" sibTransId="{5AEEDA96-AA8C-4A1E-9B07-BBDC752FD663}"/>
    <dgm:cxn modelId="{8911A03D-3FE1-46F2-8288-7FF08C552707}" srcId="{69272522-DF72-44F5-8126-C9C068AE2625}" destId="{7FFDEF7A-D2E0-45C2-97EB-28A5B57A37B7}" srcOrd="5" destOrd="0" parTransId="{990D22DA-047E-4F11-B7E0-0221B07269D7}" sibTransId="{B92D65A3-1F3F-40EB-9466-0C2130E6B295}"/>
    <dgm:cxn modelId="{E08FB377-5F27-4858-A992-8E8968BD975F}" type="presOf" srcId="{B4DC900E-9C45-497E-A638-28F596A446B8}" destId="{84AB66D6-2440-4355-8D7C-0968449E4DC0}" srcOrd="0" destOrd="0" presId="urn:microsoft.com/office/officeart/2005/8/layout/vList2"/>
    <dgm:cxn modelId="{22DEA859-A3CE-4071-A8AB-D6539591F196}" type="presOf" srcId="{7FFDEF7A-D2E0-45C2-97EB-28A5B57A37B7}" destId="{2109C99E-EDEC-4FBB-A490-3FC0C5EF1B87}" srcOrd="0" destOrd="0" presId="urn:microsoft.com/office/officeart/2005/8/layout/vList2"/>
    <dgm:cxn modelId="{A025A57C-1435-4173-9D67-B48DD3C99967}" type="presOf" srcId="{35F753BD-7A2C-46A7-85CA-E92697BE0478}" destId="{900904A6-D026-4003-80E4-4ACB11380D68}" srcOrd="0" destOrd="0" presId="urn:microsoft.com/office/officeart/2005/8/layout/vList2"/>
    <dgm:cxn modelId="{8DB84B8D-88AC-4263-BCB8-CB9151ECDD34}" srcId="{69272522-DF72-44F5-8126-C9C068AE2625}" destId="{A2A626D5-EBBF-4CBC-91CF-819DC415AD55}" srcOrd="1" destOrd="0" parTransId="{11D82D13-76B3-4B5C-A5E8-F6F84D9F85B0}" sibTransId="{FD969656-A9D6-44C3-985E-33FA5D66E9FE}"/>
    <dgm:cxn modelId="{BF2197A7-55C3-4680-A3CB-8F68F92578A3}" srcId="{69272522-DF72-44F5-8126-C9C068AE2625}" destId="{35F753BD-7A2C-46A7-85CA-E92697BE0478}" srcOrd="2" destOrd="0" parTransId="{9F4E1750-6328-4758-9B37-7D43648934B2}" sibTransId="{9EAF080C-002D-4CCA-BAD2-61E465FC2478}"/>
    <dgm:cxn modelId="{BA83ADA7-2E55-4BC6-9B76-90934DDAA63A}" type="presOf" srcId="{8E5815C9-E8CC-48E5-A5B9-543E12D6C806}" destId="{D3A03C65-3CA9-44F3-ABC5-11998C203D0B}" srcOrd="0" destOrd="0" presId="urn:microsoft.com/office/officeart/2005/8/layout/vList2"/>
    <dgm:cxn modelId="{27D8A6CD-2BC7-483D-AF41-6621A873087D}" srcId="{69272522-DF72-44F5-8126-C9C068AE2625}" destId="{61CFA4AC-F041-4C8D-8753-5AC3FAE51FBF}" srcOrd="4" destOrd="0" parTransId="{F2CE3E4B-7269-4C58-AB5A-190B17A1997D}" sibTransId="{01D5B082-DAFB-4740-A1E3-B7D9638661D3}"/>
    <dgm:cxn modelId="{D841EED6-D91E-4B0E-BCB6-B057373F3C72}" srcId="{69272522-DF72-44F5-8126-C9C068AE2625}" destId="{8E5815C9-E8CC-48E5-A5B9-543E12D6C806}" srcOrd="0" destOrd="0" parTransId="{2B63970B-405F-45DC-9878-90F61453BA7F}" sibTransId="{DE7B6F13-3FF6-4559-A741-81649F044483}"/>
    <dgm:cxn modelId="{A643DFEA-726C-49A8-A59E-FDCBB644F407}" type="presOf" srcId="{61CFA4AC-F041-4C8D-8753-5AC3FAE51FBF}" destId="{3A28BA5D-5522-4295-A724-4FAAC57712B1}" srcOrd="0" destOrd="0" presId="urn:microsoft.com/office/officeart/2005/8/layout/vList2"/>
    <dgm:cxn modelId="{536996F0-58E2-4101-B7EE-4BDA8CA20CC4}" type="presOf" srcId="{A2A626D5-EBBF-4CBC-91CF-819DC415AD55}" destId="{5CB81AF6-8BB0-4C4E-89F9-C415FD9D7D9F}" srcOrd="0" destOrd="0" presId="urn:microsoft.com/office/officeart/2005/8/layout/vList2"/>
    <dgm:cxn modelId="{C52FFD4D-6064-4FB3-A487-CC0F646D9F53}" type="presParOf" srcId="{F6CBFA56-CFC1-4D2D-AC6C-0C02111A973E}" destId="{D3A03C65-3CA9-44F3-ABC5-11998C203D0B}" srcOrd="0" destOrd="0" presId="urn:microsoft.com/office/officeart/2005/8/layout/vList2"/>
    <dgm:cxn modelId="{23ABB83F-347B-436A-95FA-99AF5AD47CE5}" type="presParOf" srcId="{F6CBFA56-CFC1-4D2D-AC6C-0C02111A973E}" destId="{D93B3397-D1E8-4403-99C3-D2325146256B}" srcOrd="1" destOrd="0" presId="urn:microsoft.com/office/officeart/2005/8/layout/vList2"/>
    <dgm:cxn modelId="{D24F594F-267A-494A-9D03-1F2BA962A722}" type="presParOf" srcId="{F6CBFA56-CFC1-4D2D-AC6C-0C02111A973E}" destId="{5CB81AF6-8BB0-4C4E-89F9-C415FD9D7D9F}" srcOrd="2" destOrd="0" presId="urn:microsoft.com/office/officeart/2005/8/layout/vList2"/>
    <dgm:cxn modelId="{6A7CC9F9-F593-4BF6-B90B-CEEB90564198}" type="presParOf" srcId="{F6CBFA56-CFC1-4D2D-AC6C-0C02111A973E}" destId="{616260CA-253B-480E-8F1B-0D4A96E0CB07}" srcOrd="3" destOrd="0" presId="urn:microsoft.com/office/officeart/2005/8/layout/vList2"/>
    <dgm:cxn modelId="{D8994AD5-F8D8-4745-99F1-2AC3DF50B152}" type="presParOf" srcId="{F6CBFA56-CFC1-4D2D-AC6C-0C02111A973E}" destId="{900904A6-D026-4003-80E4-4ACB11380D68}" srcOrd="4" destOrd="0" presId="urn:microsoft.com/office/officeart/2005/8/layout/vList2"/>
    <dgm:cxn modelId="{71EC9F31-A566-4D16-A9B9-002C9BA8D0AA}" type="presParOf" srcId="{F6CBFA56-CFC1-4D2D-AC6C-0C02111A973E}" destId="{AEFBB071-5EFA-4A4A-9976-3520B0B53971}" srcOrd="5" destOrd="0" presId="urn:microsoft.com/office/officeart/2005/8/layout/vList2"/>
    <dgm:cxn modelId="{6A95FC28-642F-4002-B8A4-C78F20433BEF}" type="presParOf" srcId="{F6CBFA56-CFC1-4D2D-AC6C-0C02111A973E}" destId="{84AB66D6-2440-4355-8D7C-0968449E4DC0}" srcOrd="6" destOrd="0" presId="urn:microsoft.com/office/officeart/2005/8/layout/vList2"/>
    <dgm:cxn modelId="{D7CA29C6-1982-4535-AC66-35E50C87805E}" type="presParOf" srcId="{F6CBFA56-CFC1-4D2D-AC6C-0C02111A973E}" destId="{BF0E25BF-1F30-4836-AE3B-8F26AEA9F4CB}" srcOrd="7" destOrd="0" presId="urn:microsoft.com/office/officeart/2005/8/layout/vList2"/>
    <dgm:cxn modelId="{9BBF0307-02DF-49F9-B5F0-EF87828118B8}" type="presParOf" srcId="{F6CBFA56-CFC1-4D2D-AC6C-0C02111A973E}" destId="{3A28BA5D-5522-4295-A724-4FAAC57712B1}" srcOrd="8" destOrd="0" presId="urn:microsoft.com/office/officeart/2005/8/layout/vList2"/>
    <dgm:cxn modelId="{1D2EC331-BC2A-45E2-A328-116CD9E45AD0}" type="presParOf" srcId="{F6CBFA56-CFC1-4D2D-AC6C-0C02111A973E}" destId="{22CFD12A-F3BE-4DCA-B6E8-8F699716A90A}" srcOrd="9" destOrd="0" presId="urn:microsoft.com/office/officeart/2005/8/layout/vList2"/>
    <dgm:cxn modelId="{597151BA-F046-4807-B6AD-8CF44D476794}" type="presParOf" srcId="{F6CBFA56-CFC1-4D2D-AC6C-0C02111A973E}" destId="{2109C99E-EDEC-4FBB-A490-3FC0C5EF1B87}"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24645F-DD63-450F-BEB7-8B3EE3C000B6}">
      <dsp:nvSpPr>
        <dsp:cNvPr id="0" name=""/>
        <dsp:cNvSpPr/>
      </dsp:nvSpPr>
      <dsp:spPr>
        <a:xfrm>
          <a:off x="0" y="705"/>
          <a:ext cx="6669431" cy="16504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EC2720-0477-406F-BDF5-DC3A70416BB5}">
      <dsp:nvSpPr>
        <dsp:cNvPr id="0" name=""/>
        <dsp:cNvSpPr/>
      </dsp:nvSpPr>
      <dsp:spPr>
        <a:xfrm>
          <a:off x="499262" y="372057"/>
          <a:ext cx="907749" cy="9077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FF09100-4163-409D-A42F-AC6CD3AA3A99}">
      <dsp:nvSpPr>
        <dsp:cNvPr id="0" name=""/>
        <dsp:cNvSpPr/>
      </dsp:nvSpPr>
      <dsp:spPr>
        <a:xfrm>
          <a:off x="1906274" y="705"/>
          <a:ext cx="4763156" cy="16504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673" tIns="174673" rIns="174673" bIns="174673" numCol="1" spcCol="1270" anchor="ctr" anchorCtr="0">
          <a:noAutofit/>
        </a:bodyPr>
        <a:lstStyle/>
        <a:p>
          <a:pPr marL="0" lvl="0" indent="0" algn="l" defTabSz="1022350">
            <a:lnSpc>
              <a:spcPct val="90000"/>
            </a:lnSpc>
            <a:spcBef>
              <a:spcPct val="0"/>
            </a:spcBef>
            <a:spcAft>
              <a:spcPct val="35000"/>
            </a:spcAft>
            <a:buNone/>
          </a:pPr>
          <a:r>
            <a:rPr lang="en-US" sz="2300" kern="1200"/>
            <a:t>They are platforms where developers are able to store and collaborate on code.</a:t>
          </a:r>
        </a:p>
      </dsp:txBody>
      <dsp:txXfrm>
        <a:off x="1906274" y="705"/>
        <a:ext cx="4763156" cy="1650454"/>
      </dsp:txXfrm>
    </dsp:sp>
    <dsp:sp modelId="{98E3C424-A7C6-40F8-9AEF-9E4BAEA68A3F}">
      <dsp:nvSpPr>
        <dsp:cNvPr id="0" name=""/>
        <dsp:cNvSpPr/>
      </dsp:nvSpPr>
      <dsp:spPr>
        <a:xfrm>
          <a:off x="0" y="2063772"/>
          <a:ext cx="6669431" cy="16504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3EEDF0-5F7A-4E49-965A-C530A09B56BD}">
      <dsp:nvSpPr>
        <dsp:cNvPr id="0" name=""/>
        <dsp:cNvSpPr/>
      </dsp:nvSpPr>
      <dsp:spPr>
        <a:xfrm>
          <a:off x="499262" y="2435125"/>
          <a:ext cx="907749" cy="9077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1C2F75A-DB33-4102-BB6D-124370B13154}">
      <dsp:nvSpPr>
        <dsp:cNvPr id="0" name=""/>
        <dsp:cNvSpPr/>
      </dsp:nvSpPr>
      <dsp:spPr>
        <a:xfrm>
          <a:off x="1906274" y="2063772"/>
          <a:ext cx="4763156" cy="16504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673" tIns="174673" rIns="174673" bIns="174673" numCol="1" spcCol="1270" anchor="ctr" anchorCtr="0">
          <a:noAutofit/>
        </a:bodyPr>
        <a:lstStyle/>
        <a:p>
          <a:pPr marL="0" lvl="0" indent="0" algn="l" defTabSz="1022350">
            <a:lnSpc>
              <a:spcPct val="90000"/>
            </a:lnSpc>
            <a:spcBef>
              <a:spcPct val="0"/>
            </a:spcBef>
            <a:spcAft>
              <a:spcPct val="35000"/>
            </a:spcAft>
            <a:buNone/>
          </a:pPr>
          <a:r>
            <a:rPr lang="en-US" sz="2300" kern="1200"/>
            <a:t>Examples could include GitHub, GitLab and BitBucket.</a:t>
          </a:r>
        </a:p>
      </dsp:txBody>
      <dsp:txXfrm>
        <a:off x="1906274" y="2063772"/>
        <a:ext cx="4763156" cy="1650454"/>
      </dsp:txXfrm>
    </dsp:sp>
    <dsp:sp modelId="{261D4ED6-0290-4B10-B295-57AC12AD6EF6}">
      <dsp:nvSpPr>
        <dsp:cNvPr id="0" name=""/>
        <dsp:cNvSpPr/>
      </dsp:nvSpPr>
      <dsp:spPr>
        <a:xfrm>
          <a:off x="0" y="4126840"/>
          <a:ext cx="6669431" cy="16504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63A245-8844-4191-83E4-BA4EA376D46F}">
      <dsp:nvSpPr>
        <dsp:cNvPr id="0" name=""/>
        <dsp:cNvSpPr/>
      </dsp:nvSpPr>
      <dsp:spPr>
        <a:xfrm>
          <a:off x="499262" y="4498192"/>
          <a:ext cx="907749" cy="9077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267D1E6-6CCD-429F-A2AF-3654E55D4B27}">
      <dsp:nvSpPr>
        <dsp:cNvPr id="0" name=""/>
        <dsp:cNvSpPr/>
      </dsp:nvSpPr>
      <dsp:spPr>
        <a:xfrm>
          <a:off x="1906274" y="4126840"/>
          <a:ext cx="4763156" cy="16504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673" tIns="174673" rIns="174673" bIns="174673" numCol="1" spcCol="1270" anchor="ctr" anchorCtr="0">
          <a:noAutofit/>
        </a:bodyPr>
        <a:lstStyle/>
        <a:p>
          <a:pPr marL="0" lvl="0" indent="0" algn="l" defTabSz="1022350">
            <a:lnSpc>
              <a:spcPct val="90000"/>
            </a:lnSpc>
            <a:spcBef>
              <a:spcPct val="0"/>
            </a:spcBef>
            <a:spcAft>
              <a:spcPct val="35000"/>
            </a:spcAft>
            <a:buNone/>
          </a:pPr>
          <a:r>
            <a:rPr lang="en-US" sz="2300" kern="1200"/>
            <a:t>They allow teams to track changes and work together but must be protected to ensure there is no unauthorized access.</a:t>
          </a:r>
        </a:p>
      </dsp:txBody>
      <dsp:txXfrm>
        <a:off x="1906274" y="4126840"/>
        <a:ext cx="4763156" cy="16504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8AAAD-DE9F-49AB-9DFB-3E99842FC2F2}">
      <dsp:nvSpPr>
        <dsp:cNvPr id="0" name=""/>
        <dsp:cNvSpPr/>
      </dsp:nvSpPr>
      <dsp:spPr>
        <a:xfrm>
          <a:off x="8818" y="672178"/>
          <a:ext cx="2635674" cy="158140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Source code will often contain the internal systems and even sensitive information.</a:t>
          </a:r>
        </a:p>
      </dsp:txBody>
      <dsp:txXfrm>
        <a:off x="55136" y="718496"/>
        <a:ext cx="2543038" cy="1488768"/>
      </dsp:txXfrm>
    </dsp:sp>
    <dsp:sp modelId="{F928F6E6-27BB-48ED-9BC8-C40EBC2C4186}">
      <dsp:nvSpPr>
        <dsp:cNvPr id="0" name=""/>
        <dsp:cNvSpPr/>
      </dsp:nvSpPr>
      <dsp:spPr>
        <a:xfrm>
          <a:off x="2876432" y="1136057"/>
          <a:ext cx="558763" cy="65364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2876432" y="1266786"/>
        <a:ext cx="391134" cy="392189"/>
      </dsp:txXfrm>
    </dsp:sp>
    <dsp:sp modelId="{77F7FB25-7F71-48E6-8156-77FC2D90A334}">
      <dsp:nvSpPr>
        <dsp:cNvPr id="0" name=""/>
        <dsp:cNvSpPr/>
      </dsp:nvSpPr>
      <dsp:spPr>
        <a:xfrm>
          <a:off x="3698762" y="672178"/>
          <a:ext cx="2635674" cy="158140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Unauthorized access can not only lead to consequences like code theft, but the attacker could also inject malicious code that could cause the entire system to collapse.</a:t>
          </a:r>
        </a:p>
      </dsp:txBody>
      <dsp:txXfrm>
        <a:off x="3745080" y="718496"/>
        <a:ext cx="2543038" cy="1488768"/>
      </dsp:txXfrm>
    </dsp:sp>
    <dsp:sp modelId="{E9EE845B-D020-4956-994A-F2E5BB346133}">
      <dsp:nvSpPr>
        <dsp:cNvPr id="0" name=""/>
        <dsp:cNvSpPr/>
      </dsp:nvSpPr>
      <dsp:spPr>
        <a:xfrm>
          <a:off x="6566376" y="1136057"/>
          <a:ext cx="558763" cy="65364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6566376" y="1266786"/>
        <a:ext cx="391134" cy="392189"/>
      </dsp:txXfrm>
    </dsp:sp>
    <dsp:sp modelId="{A332DA32-5CC0-49A6-B50E-61A9187F9EF4}">
      <dsp:nvSpPr>
        <dsp:cNvPr id="0" name=""/>
        <dsp:cNvSpPr/>
      </dsp:nvSpPr>
      <dsp:spPr>
        <a:xfrm>
          <a:off x="7388707" y="672178"/>
          <a:ext cx="2635674" cy="158140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A failure in security will definitely damage any trust and reputation you may have.</a:t>
          </a:r>
        </a:p>
      </dsp:txBody>
      <dsp:txXfrm>
        <a:off x="7435025" y="718496"/>
        <a:ext cx="2543038" cy="14887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C1DFB7-B0E0-4BA2-B8A8-3811D4B2A2D6}">
      <dsp:nvSpPr>
        <dsp:cNvPr id="0" name=""/>
        <dsp:cNvSpPr/>
      </dsp:nvSpPr>
      <dsp:spPr>
        <a:xfrm>
          <a:off x="2606849" y="381"/>
          <a:ext cx="1647000" cy="1647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B55C7A-10B2-4D3A-8E87-8E112CC8A8D5}">
      <dsp:nvSpPr>
        <dsp:cNvPr id="0" name=""/>
        <dsp:cNvSpPr/>
      </dsp:nvSpPr>
      <dsp:spPr>
        <a:xfrm>
          <a:off x="2957849" y="351381"/>
          <a:ext cx="945000" cy="945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2891F13-FABD-4FB1-9598-3A991B567B18}">
      <dsp:nvSpPr>
        <dsp:cNvPr id="0" name=""/>
        <dsp:cNvSpPr/>
      </dsp:nvSpPr>
      <dsp:spPr>
        <a:xfrm>
          <a:off x="2080349" y="2160381"/>
          <a:ext cx="2700000"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Having strong authentication measures ensures that only users who are authorized can access the repository.</a:t>
          </a:r>
        </a:p>
      </dsp:txBody>
      <dsp:txXfrm>
        <a:off x="2080349" y="2160381"/>
        <a:ext cx="2700000" cy="765000"/>
      </dsp:txXfrm>
    </dsp:sp>
    <dsp:sp modelId="{8574D559-6AF2-47FD-B1D8-F6A0233C3A00}">
      <dsp:nvSpPr>
        <dsp:cNvPr id="0" name=""/>
        <dsp:cNvSpPr/>
      </dsp:nvSpPr>
      <dsp:spPr>
        <a:xfrm>
          <a:off x="5779350" y="381"/>
          <a:ext cx="1647000" cy="1647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A14ACB-B7E0-4C3D-87E6-B784483925AC}">
      <dsp:nvSpPr>
        <dsp:cNvPr id="0" name=""/>
        <dsp:cNvSpPr/>
      </dsp:nvSpPr>
      <dsp:spPr>
        <a:xfrm>
          <a:off x="6130350" y="351381"/>
          <a:ext cx="945000" cy="945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281430F-6D7F-415A-A05A-E895936844C0}">
      <dsp:nvSpPr>
        <dsp:cNvPr id="0" name=""/>
        <dsp:cNvSpPr/>
      </dsp:nvSpPr>
      <dsp:spPr>
        <a:xfrm>
          <a:off x="5252850" y="2160381"/>
          <a:ext cx="2700000"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dirty="0"/>
            <a:t>Use strong methods like multi-factor authentication to add an additional level of security and ensure that accounts are less likely to be compromised.</a:t>
          </a:r>
        </a:p>
      </dsp:txBody>
      <dsp:txXfrm>
        <a:off x="5252850" y="2160381"/>
        <a:ext cx="2700000" cy="765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DDD944-B03E-4E46-842C-F4D58432CD8D}">
      <dsp:nvSpPr>
        <dsp:cNvPr id="0" name=""/>
        <dsp:cNvSpPr/>
      </dsp:nvSpPr>
      <dsp:spPr>
        <a:xfrm>
          <a:off x="726337" y="71058"/>
          <a:ext cx="1990125" cy="199012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FCA619-9B83-41E5-97F7-12EFB7ACA293}">
      <dsp:nvSpPr>
        <dsp:cNvPr id="0" name=""/>
        <dsp:cNvSpPr/>
      </dsp:nvSpPr>
      <dsp:spPr>
        <a:xfrm>
          <a:off x="1150462" y="495183"/>
          <a:ext cx="1141875" cy="11418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645F058-1DD3-455B-8A3B-BCB75651A054}">
      <dsp:nvSpPr>
        <dsp:cNvPr id="0" name=""/>
        <dsp:cNvSpPr/>
      </dsp:nvSpPr>
      <dsp:spPr>
        <a:xfrm>
          <a:off x="90149" y="2681059"/>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Sensitive information should never be stored directly in the source code in case of a breach.</a:t>
          </a:r>
        </a:p>
      </dsp:txBody>
      <dsp:txXfrm>
        <a:off x="90149" y="2681059"/>
        <a:ext cx="3262500" cy="720000"/>
      </dsp:txXfrm>
    </dsp:sp>
    <dsp:sp modelId="{BF63F13A-5DE2-4D51-94A8-5BAE2D873D32}">
      <dsp:nvSpPr>
        <dsp:cNvPr id="0" name=""/>
        <dsp:cNvSpPr/>
      </dsp:nvSpPr>
      <dsp:spPr>
        <a:xfrm>
          <a:off x="4559774" y="71058"/>
          <a:ext cx="1990125" cy="199012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D3A45F-F8A9-4836-B4C9-2FEDFCC6296A}">
      <dsp:nvSpPr>
        <dsp:cNvPr id="0" name=""/>
        <dsp:cNvSpPr/>
      </dsp:nvSpPr>
      <dsp:spPr>
        <a:xfrm>
          <a:off x="4983899" y="495183"/>
          <a:ext cx="1141875" cy="11418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14CFEBD-495E-4C7B-912C-7C4FAB63BE22}">
      <dsp:nvSpPr>
        <dsp:cNvPr id="0" name=""/>
        <dsp:cNvSpPr/>
      </dsp:nvSpPr>
      <dsp:spPr>
        <a:xfrm>
          <a:off x="3923587" y="2681059"/>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If credentials are ever accidentally stored in the repository then would-be attackers could use that to access the system.</a:t>
          </a:r>
        </a:p>
      </dsp:txBody>
      <dsp:txXfrm>
        <a:off x="3923587" y="2681059"/>
        <a:ext cx="3262500" cy="720000"/>
      </dsp:txXfrm>
    </dsp:sp>
    <dsp:sp modelId="{50074BEF-4F91-4F4B-BCEB-6363ACE2C283}">
      <dsp:nvSpPr>
        <dsp:cNvPr id="0" name=""/>
        <dsp:cNvSpPr/>
      </dsp:nvSpPr>
      <dsp:spPr>
        <a:xfrm>
          <a:off x="8393212" y="71058"/>
          <a:ext cx="1990125" cy="199012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E097DD-C056-42A2-ACA0-5148CF52196D}">
      <dsp:nvSpPr>
        <dsp:cNvPr id="0" name=""/>
        <dsp:cNvSpPr/>
      </dsp:nvSpPr>
      <dsp:spPr>
        <a:xfrm>
          <a:off x="8817337" y="495183"/>
          <a:ext cx="1141875" cy="11418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538EC43-A1C7-46F6-B231-C553A73D1CBA}">
      <dsp:nvSpPr>
        <dsp:cNvPr id="0" name=""/>
        <dsp:cNvSpPr/>
      </dsp:nvSpPr>
      <dsp:spPr>
        <a:xfrm>
          <a:off x="7757024" y="2681059"/>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If there ever is a time when sensitive information is committed to the repository make sure to remove them in a timely manner.</a:t>
          </a:r>
        </a:p>
      </dsp:txBody>
      <dsp:txXfrm>
        <a:off x="7757024" y="2681059"/>
        <a:ext cx="326250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ADFF42-3F21-4CB5-BB94-73B6950C6942}">
      <dsp:nvSpPr>
        <dsp:cNvPr id="0" name=""/>
        <dsp:cNvSpPr/>
      </dsp:nvSpPr>
      <dsp:spPr>
        <a:xfrm>
          <a:off x="0" y="579090"/>
          <a:ext cx="3124595" cy="1984118"/>
        </a:xfrm>
        <a:prstGeom prst="roundRect">
          <a:avLst>
            <a:gd name="adj" fmla="val 10000"/>
          </a:avLst>
        </a:prstGeom>
        <a:solidFill>
          <a:schemeClr val="accent1">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sp>
    <dsp:sp modelId="{ACF29F08-7406-4884-9789-428B7199E548}">
      <dsp:nvSpPr>
        <dsp:cNvPr id="0" name=""/>
        <dsp:cNvSpPr/>
      </dsp:nvSpPr>
      <dsp:spPr>
        <a:xfrm>
          <a:off x="347177" y="908909"/>
          <a:ext cx="3124595" cy="1984118"/>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By reviewing the code you will help ensure that changes are further inspected before they become part of the main project.</a:t>
          </a:r>
        </a:p>
      </dsp:txBody>
      <dsp:txXfrm>
        <a:off x="405290" y="967022"/>
        <a:ext cx="3008369" cy="1867892"/>
      </dsp:txXfrm>
    </dsp:sp>
    <dsp:sp modelId="{F24F1BC3-DB22-457C-96AD-DC2416CB7F74}">
      <dsp:nvSpPr>
        <dsp:cNvPr id="0" name=""/>
        <dsp:cNvSpPr/>
      </dsp:nvSpPr>
      <dsp:spPr>
        <a:xfrm>
          <a:off x="3818950" y="579090"/>
          <a:ext cx="3124595" cy="1984118"/>
        </a:xfrm>
        <a:prstGeom prst="roundRect">
          <a:avLst>
            <a:gd name="adj" fmla="val 10000"/>
          </a:avLst>
        </a:prstGeom>
        <a:solidFill>
          <a:schemeClr val="accent1">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sp>
    <dsp:sp modelId="{89A62552-EA5A-4914-AA2A-70048BE923CA}">
      <dsp:nvSpPr>
        <dsp:cNvPr id="0" name=""/>
        <dsp:cNvSpPr/>
      </dsp:nvSpPr>
      <dsp:spPr>
        <a:xfrm>
          <a:off x="4166127" y="908909"/>
          <a:ext cx="3124595" cy="1984118"/>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To do this there are also automated tools which can help scan for any vulnerabilities or changes which may lead to them.</a:t>
          </a:r>
        </a:p>
      </dsp:txBody>
      <dsp:txXfrm>
        <a:off x="4224240" y="967022"/>
        <a:ext cx="3008369" cy="1867892"/>
      </dsp:txXfrm>
    </dsp:sp>
    <dsp:sp modelId="{75CC02E4-E9F5-4DA0-AF12-30DFA990C871}">
      <dsp:nvSpPr>
        <dsp:cNvPr id="0" name=""/>
        <dsp:cNvSpPr/>
      </dsp:nvSpPr>
      <dsp:spPr>
        <a:xfrm>
          <a:off x="7637900" y="579090"/>
          <a:ext cx="3124595" cy="1984118"/>
        </a:xfrm>
        <a:prstGeom prst="roundRect">
          <a:avLst>
            <a:gd name="adj" fmla="val 10000"/>
          </a:avLst>
        </a:prstGeom>
        <a:solidFill>
          <a:schemeClr val="accent1">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sp>
    <dsp:sp modelId="{96A68E19-9254-48C4-B931-6B4F630C85F7}">
      <dsp:nvSpPr>
        <dsp:cNvPr id="0" name=""/>
        <dsp:cNvSpPr/>
      </dsp:nvSpPr>
      <dsp:spPr>
        <a:xfrm>
          <a:off x="7985078" y="908909"/>
          <a:ext cx="3124595" cy="1984118"/>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Using these will help the teams detect problems early on before they become a bigger issue</a:t>
          </a:r>
        </a:p>
      </dsp:txBody>
      <dsp:txXfrm>
        <a:off x="8043191" y="967022"/>
        <a:ext cx="3008369" cy="186789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0E0DE0-8624-4832-BCAF-484CBF2636DA}">
      <dsp:nvSpPr>
        <dsp:cNvPr id="0" name=""/>
        <dsp:cNvSpPr/>
      </dsp:nvSpPr>
      <dsp:spPr>
        <a:xfrm>
          <a:off x="0" y="0"/>
          <a:ext cx="9443222" cy="104163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Most applications end up relying on external libraries and packages, these could introduce vulnerabilities if they are outdated or compromised.</a:t>
          </a:r>
        </a:p>
      </dsp:txBody>
      <dsp:txXfrm>
        <a:off x="30508" y="30508"/>
        <a:ext cx="8319217" cy="980619"/>
      </dsp:txXfrm>
    </dsp:sp>
    <dsp:sp modelId="{BAC90B5A-5898-4D07-BB89-156DBF5F96DD}">
      <dsp:nvSpPr>
        <dsp:cNvPr id="0" name=""/>
        <dsp:cNvSpPr/>
      </dsp:nvSpPr>
      <dsp:spPr>
        <a:xfrm>
          <a:off x="833225" y="1215241"/>
          <a:ext cx="9443222" cy="104163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Make sure to keep any updated and verify the actual legitimacy of all applications used.</a:t>
          </a:r>
        </a:p>
      </dsp:txBody>
      <dsp:txXfrm>
        <a:off x="863733" y="1245749"/>
        <a:ext cx="7871918" cy="980619"/>
      </dsp:txXfrm>
    </dsp:sp>
    <dsp:sp modelId="{BD474ADC-892D-413F-8D52-CCD48B227415}">
      <dsp:nvSpPr>
        <dsp:cNvPr id="0" name=""/>
        <dsp:cNvSpPr/>
      </dsp:nvSpPr>
      <dsp:spPr>
        <a:xfrm>
          <a:off x="1666451" y="2430482"/>
          <a:ext cx="9443222" cy="104163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Tracking these will help teams respond quickly if/when new security issues are discovered.</a:t>
          </a:r>
        </a:p>
      </dsp:txBody>
      <dsp:txXfrm>
        <a:off x="1696959" y="2460990"/>
        <a:ext cx="7871918" cy="980619"/>
      </dsp:txXfrm>
    </dsp:sp>
    <dsp:sp modelId="{7FD7D09A-C183-434F-A646-815E8523009B}">
      <dsp:nvSpPr>
        <dsp:cNvPr id="0" name=""/>
        <dsp:cNvSpPr/>
      </dsp:nvSpPr>
      <dsp:spPr>
        <a:xfrm>
          <a:off x="8766159" y="789906"/>
          <a:ext cx="677063" cy="677063"/>
        </a:xfrm>
        <a:prstGeom prst="downArrow">
          <a:avLst>
            <a:gd name="adj1" fmla="val 55000"/>
            <a:gd name="adj2" fmla="val 45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a:off x="8918498" y="789906"/>
        <a:ext cx="372385" cy="509490"/>
      </dsp:txXfrm>
    </dsp:sp>
    <dsp:sp modelId="{16D15F04-FAA5-49EF-B10A-A0824DA377F4}">
      <dsp:nvSpPr>
        <dsp:cNvPr id="0" name=""/>
        <dsp:cNvSpPr/>
      </dsp:nvSpPr>
      <dsp:spPr>
        <a:xfrm>
          <a:off x="9599385" y="1998203"/>
          <a:ext cx="677063" cy="677063"/>
        </a:xfrm>
        <a:prstGeom prst="downArrow">
          <a:avLst>
            <a:gd name="adj1" fmla="val 55000"/>
            <a:gd name="adj2" fmla="val 45000"/>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a:off x="9751724" y="1998203"/>
        <a:ext cx="372385" cy="50949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509BC2-CB6D-44CA-B486-00577EA781B7}">
      <dsp:nvSpPr>
        <dsp:cNvPr id="0" name=""/>
        <dsp:cNvSpPr/>
      </dsp:nvSpPr>
      <dsp:spPr>
        <a:xfrm>
          <a:off x="0" y="0"/>
          <a:ext cx="6669431" cy="0"/>
        </a:xfrm>
        <a:prstGeom prst="line">
          <a:avLst/>
        </a:prstGeom>
        <a:solidFill>
          <a:schemeClr val="accen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7125A235-93E9-4B93-8E4A-69520A2EC933}">
      <dsp:nvSpPr>
        <dsp:cNvPr id="0" name=""/>
        <dsp:cNvSpPr/>
      </dsp:nvSpPr>
      <dsp:spPr>
        <a:xfrm>
          <a:off x="0" y="0"/>
          <a:ext cx="6669431" cy="2889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Shared repositories are essential when it comes to modern software development and by using these best practices you will be able to lessen any chances of vulnerabilities whether they be from within or outside sources.</a:t>
          </a:r>
        </a:p>
      </dsp:txBody>
      <dsp:txXfrm>
        <a:off x="0" y="0"/>
        <a:ext cx="6669431" cy="2889000"/>
      </dsp:txXfrm>
    </dsp:sp>
    <dsp:sp modelId="{F0B21C44-3719-4E9F-96BE-ACC0E989C1F9}">
      <dsp:nvSpPr>
        <dsp:cNvPr id="0" name=""/>
        <dsp:cNvSpPr/>
      </dsp:nvSpPr>
      <dsp:spPr>
        <a:xfrm>
          <a:off x="0" y="2889000"/>
          <a:ext cx="6669431" cy="0"/>
        </a:xfrm>
        <a:prstGeom prst="line">
          <a:avLst/>
        </a:prstGeom>
        <a:solidFill>
          <a:schemeClr val="accent1">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1861B488-3B3F-4556-B5D6-EB599B024457}">
      <dsp:nvSpPr>
        <dsp:cNvPr id="0" name=""/>
        <dsp:cNvSpPr/>
      </dsp:nvSpPr>
      <dsp:spPr>
        <a:xfrm>
          <a:off x="0" y="2889000"/>
          <a:ext cx="6669431" cy="2889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Access control, authentication, code reviews, and automated scanning are just a few of the many ways a team or company are able to use that will save them from future headaches. </a:t>
          </a:r>
        </a:p>
      </dsp:txBody>
      <dsp:txXfrm>
        <a:off x="0" y="2889000"/>
        <a:ext cx="6669431" cy="2889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A03C65-3CA9-44F3-ABC5-11998C203D0B}">
      <dsp:nvSpPr>
        <dsp:cNvPr id="0" name=""/>
        <dsp:cNvSpPr/>
      </dsp:nvSpPr>
      <dsp:spPr>
        <a:xfrm>
          <a:off x="0" y="134280"/>
          <a:ext cx="6669431" cy="879840"/>
        </a:xfrm>
        <a:prstGeom prst="roundRect">
          <a:avLst/>
        </a:prstGeom>
        <a:solidFill>
          <a:schemeClr val="accent2">
            <a:hueOff val="0"/>
            <a:satOff val="0"/>
            <a:lumOff val="0"/>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Encryption Consulting. (2023). </a:t>
          </a:r>
          <a:r>
            <a:rPr lang="en-US" sz="1600" i="1" kern="1200" dirty="0"/>
            <a:t>Are Code Repositories Safe for Your Source Code?</a:t>
          </a:r>
          <a:r>
            <a:rPr lang="en-US" sz="1600" kern="1200" dirty="0"/>
            <a:t> </a:t>
          </a:r>
          <a:r>
            <a:rPr lang="en-US" sz="1600" kern="1200" dirty="0">
              <a:solidFill>
                <a:srgbClr val="00B0F0"/>
              </a:solidFill>
              <a:hlinkClick xmlns:r="http://schemas.openxmlformats.org/officeDocument/2006/relationships" r:id="rId1">
                <a:extLst>
                  <a:ext uri="{A12FA001-AC4F-418D-AE19-62706E023703}">
                    <ahyp:hlinkClr xmlns:ahyp="http://schemas.microsoft.com/office/drawing/2018/hyperlinkcolor" val="tx"/>
                  </a:ext>
                </a:extLst>
              </a:hlinkClick>
            </a:rPr>
            <a:t>https://www.encryptionconsulting.com/are-code-repositories-safe-for-your-source-code/</a:t>
          </a:r>
          <a:endParaRPr lang="en-US" sz="1600" kern="1200" dirty="0">
            <a:solidFill>
              <a:srgbClr val="00B0F0"/>
            </a:solidFill>
          </a:endParaRPr>
        </a:p>
      </dsp:txBody>
      <dsp:txXfrm>
        <a:off x="42950" y="177230"/>
        <a:ext cx="6583531" cy="793940"/>
      </dsp:txXfrm>
    </dsp:sp>
    <dsp:sp modelId="{5CB81AF6-8BB0-4C4E-89F9-C415FD9D7D9F}">
      <dsp:nvSpPr>
        <dsp:cNvPr id="0" name=""/>
        <dsp:cNvSpPr/>
      </dsp:nvSpPr>
      <dsp:spPr>
        <a:xfrm>
          <a:off x="0" y="1060200"/>
          <a:ext cx="6669431" cy="879840"/>
        </a:xfrm>
        <a:prstGeom prst="roundRect">
          <a:avLst/>
        </a:prstGeom>
        <a:solidFill>
          <a:schemeClr val="accent2">
            <a:hueOff val="1208603"/>
            <a:satOff val="-3962"/>
            <a:lumOff val="-863"/>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Endpoint Protector. (2023). </a:t>
          </a:r>
          <a:r>
            <a:rPr lang="en-US" sz="1600" i="1" kern="1200" dirty="0"/>
            <a:t>Your Ultimate Guide to Source Code Protection</a:t>
          </a:r>
          <a:r>
            <a:rPr lang="en-US" sz="1600" kern="1200" dirty="0"/>
            <a:t>. </a:t>
          </a:r>
          <a:r>
            <a:rPr lang="en-US" sz="1600" kern="1200" dirty="0">
              <a:solidFill>
                <a:srgbClr val="00B0F0"/>
              </a:solidFill>
              <a:hlinkClick xmlns:r="http://schemas.openxmlformats.org/officeDocument/2006/relationships" r:id="rId2">
                <a:extLst>
                  <a:ext uri="{A12FA001-AC4F-418D-AE19-62706E023703}">
                    <ahyp:hlinkClr xmlns:ahyp="http://schemas.microsoft.com/office/drawing/2018/hyperlinkcolor" val="tx"/>
                  </a:ext>
                </a:extLst>
              </a:hlinkClick>
            </a:rPr>
            <a:t>https://www.endpointprotector.com/blog/your-ultimate-guide-to-source-code-protection/</a:t>
          </a:r>
          <a:endParaRPr lang="en-US" sz="1600" kern="1200" dirty="0">
            <a:solidFill>
              <a:srgbClr val="00B0F0"/>
            </a:solidFill>
          </a:endParaRPr>
        </a:p>
      </dsp:txBody>
      <dsp:txXfrm>
        <a:off x="42950" y="1103150"/>
        <a:ext cx="6583531" cy="793940"/>
      </dsp:txXfrm>
    </dsp:sp>
    <dsp:sp modelId="{900904A6-D026-4003-80E4-4ACB11380D68}">
      <dsp:nvSpPr>
        <dsp:cNvPr id="0" name=""/>
        <dsp:cNvSpPr/>
      </dsp:nvSpPr>
      <dsp:spPr>
        <a:xfrm>
          <a:off x="0" y="1986120"/>
          <a:ext cx="6669431" cy="879840"/>
        </a:xfrm>
        <a:prstGeom prst="roundRect">
          <a:avLst/>
        </a:prstGeom>
        <a:solidFill>
          <a:schemeClr val="accent2">
            <a:hueOff val="2417207"/>
            <a:satOff val="-7924"/>
            <a:lumOff val="-1726"/>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Grammarly. Grammarly: Free Online Writing Assistant. </a:t>
          </a:r>
          <a:r>
            <a:rPr lang="en-US" sz="1600" kern="1200" dirty="0">
              <a:solidFill>
                <a:srgbClr val="00B0F0"/>
              </a:solidFill>
              <a:hlinkClick xmlns:r="http://schemas.openxmlformats.org/officeDocument/2006/relationships" r:id="rId3">
                <a:extLst>
                  <a:ext uri="{A12FA001-AC4F-418D-AE19-62706E023703}">
                    <ahyp:hlinkClr xmlns:ahyp="http://schemas.microsoft.com/office/drawing/2018/hyperlinkcolor" val="tx"/>
                  </a:ext>
                </a:extLst>
              </a:hlinkClick>
            </a:rPr>
            <a:t>https://www.grammarly.com/</a:t>
          </a:r>
          <a:endParaRPr lang="en-US" sz="1600" kern="1200" dirty="0">
            <a:solidFill>
              <a:srgbClr val="00B0F0"/>
            </a:solidFill>
          </a:endParaRPr>
        </a:p>
      </dsp:txBody>
      <dsp:txXfrm>
        <a:off x="42950" y="2029070"/>
        <a:ext cx="6583531" cy="793940"/>
      </dsp:txXfrm>
    </dsp:sp>
    <dsp:sp modelId="{84AB66D6-2440-4355-8D7C-0968449E4DC0}">
      <dsp:nvSpPr>
        <dsp:cNvPr id="0" name=""/>
        <dsp:cNvSpPr/>
      </dsp:nvSpPr>
      <dsp:spPr>
        <a:xfrm>
          <a:off x="0" y="2912040"/>
          <a:ext cx="6669431" cy="879840"/>
        </a:xfrm>
        <a:prstGeom prst="roundRect">
          <a:avLst/>
        </a:prstGeom>
        <a:solidFill>
          <a:schemeClr val="accent2">
            <a:hueOff val="3625810"/>
            <a:satOff val="-11886"/>
            <a:lumOff val="-2588"/>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OpenAI. (2025). ChatGPT (40 </a:t>
          </a:r>
          <a:r>
            <a:rPr lang="en-US" sz="1600" kern="1200" dirty="0" err="1"/>
            <a:t>mimi</a:t>
          </a:r>
          <a:r>
            <a:rPr lang="en-US" sz="1600" kern="1200" dirty="0"/>
            <a:t>).</a:t>
          </a:r>
          <a:r>
            <a:rPr lang="en-US" sz="1600" kern="1200" dirty="0">
              <a:solidFill>
                <a:srgbClr val="00B0F0"/>
              </a:solidFill>
            </a:rPr>
            <a:t> </a:t>
          </a:r>
          <a:r>
            <a:rPr lang="en-US" sz="1600" kern="1200" dirty="0">
              <a:solidFill>
                <a:srgbClr val="00B0F0"/>
              </a:solidFill>
              <a:hlinkClick xmlns:r="http://schemas.openxmlformats.org/officeDocument/2006/relationships" r:id="rId4">
                <a:extLst>
                  <a:ext uri="{A12FA001-AC4F-418D-AE19-62706E023703}">
                    <ahyp:hlinkClr xmlns:ahyp="http://schemas.microsoft.com/office/drawing/2018/hyperlinkcolor" val="tx"/>
                  </a:ext>
                </a:extLst>
              </a:hlinkClick>
            </a:rPr>
            <a:t>https://chat.openai.com/chat</a:t>
          </a:r>
          <a:endParaRPr lang="en-US" sz="1600" kern="1200" dirty="0">
            <a:solidFill>
              <a:srgbClr val="00B0F0"/>
            </a:solidFill>
          </a:endParaRPr>
        </a:p>
      </dsp:txBody>
      <dsp:txXfrm>
        <a:off x="42950" y="2954990"/>
        <a:ext cx="6583531" cy="793940"/>
      </dsp:txXfrm>
    </dsp:sp>
    <dsp:sp modelId="{3A28BA5D-5522-4295-A724-4FAAC57712B1}">
      <dsp:nvSpPr>
        <dsp:cNvPr id="0" name=""/>
        <dsp:cNvSpPr/>
      </dsp:nvSpPr>
      <dsp:spPr>
        <a:xfrm>
          <a:off x="0" y="3837960"/>
          <a:ext cx="6669431" cy="879840"/>
        </a:xfrm>
        <a:prstGeom prst="roundRect">
          <a:avLst/>
        </a:prstGeom>
        <a:solidFill>
          <a:schemeClr val="accent2">
            <a:hueOff val="4834414"/>
            <a:satOff val="-15848"/>
            <a:lumOff val="-3451"/>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National Cyber Security Centre. (2024). </a:t>
          </a:r>
          <a:r>
            <a:rPr lang="en-US" sz="1600" i="1" kern="1200" dirty="0"/>
            <a:t>Protect Your Code Repository.</a:t>
          </a:r>
          <a:r>
            <a:rPr lang="en-US" sz="1600" kern="1200" dirty="0">
              <a:solidFill>
                <a:srgbClr val="00B0F0"/>
              </a:solidFill>
            </a:rPr>
            <a:t> </a:t>
          </a:r>
          <a:r>
            <a:rPr lang="en-US" sz="1600" kern="1200" dirty="0">
              <a:solidFill>
                <a:srgbClr val="00B0F0"/>
              </a:solidFill>
              <a:hlinkClick xmlns:r="http://schemas.openxmlformats.org/officeDocument/2006/relationships" r:id="rId5">
                <a:extLst>
                  <a:ext uri="{A12FA001-AC4F-418D-AE19-62706E023703}">
                    <ahyp:hlinkClr xmlns:ahyp="http://schemas.microsoft.com/office/drawing/2018/hyperlinkcolor" val="tx"/>
                  </a:ext>
                </a:extLst>
              </a:hlinkClick>
            </a:rPr>
            <a:t>https://www.ncsc.gov.uk/collection/developers-collection/principles/protect-your-code-repository</a:t>
          </a:r>
          <a:endParaRPr lang="en-US" sz="1600" kern="1200" dirty="0">
            <a:solidFill>
              <a:srgbClr val="00B0F0"/>
            </a:solidFill>
          </a:endParaRPr>
        </a:p>
      </dsp:txBody>
      <dsp:txXfrm>
        <a:off x="42950" y="3880910"/>
        <a:ext cx="6583531" cy="793940"/>
      </dsp:txXfrm>
    </dsp:sp>
    <dsp:sp modelId="{2109C99E-EDEC-4FBB-A490-3FC0C5EF1B87}">
      <dsp:nvSpPr>
        <dsp:cNvPr id="0" name=""/>
        <dsp:cNvSpPr/>
      </dsp:nvSpPr>
      <dsp:spPr>
        <a:xfrm>
          <a:off x="0" y="4763879"/>
          <a:ext cx="6669431" cy="879840"/>
        </a:xfrm>
        <a:prstGeom prst="roundRect">
          <a:avLst/>
        </a:prstGeom>
        <a:solidFill>
          <a:schemeClr val="accent2">
            <a:hueOff val="6043017"/>
            <a:satOff val="-19810"/>
            <a:lumOff val="-4314"/>
            <a:alphaOff val="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err="1"/>
            <a:t>Snyk</a:t>
          </a:r>
          <a:r>
            <a:rPr lang="en-US" sz="1600" kern="1200" dirty="0"/>
            <a:t>. (2024). </a:t>
          </a:r>
          <a:r>
            <a:rPr lang="en-US" sz="1600" i="1" kern="1200" dirty="0"/>
            <a:t>Securing Source Code in Repositories</a:t>
          </a:r>
          <a:r>
            <a:rPr lang="en-US" sz="1600" kern="1200" dirty="0"/>
            <a:t>. </a:t>
          </a:r>
          <a:r>
            <a:rPr lang="en-US" sz="1600" kern="1200" dirty="0">
              <a:solidFill>
                <a:srgbClr val="00B0F0"/>
              </a:solidFill>
              <a:hlinkClick xmlns:r="http://schemas.openxmlformats.org/officeDocument/2006/relationships" r:id="rId6">
                <a:extLst>
                  <a:ext uri="{A12FA001-AC4F-418D-AE19-62706E023703}">
                    <ahyp:hlinkClr xmlns:ahyp="http://schemas.microsoft.com/office/drawing/2018/hyperlinkcolor" val="tx"/>
                  </a:ext>
                </a:extLst>
              </a:hlinkClick>
            </a:rPr>
            <a:t>https://snyk.io/articles/securing-source-code-repositories/</a:t>
          </a:r>
          <a:endParaRPr lang="en-US" sz="1600" kern="1200" dirty="0">
            <a:solidFill>
              <a:srgbClr val="00B0F0"/>
            </a:solidFill>
          </a:endParaRPr>
        </a:p>
      </dsp:txBody>
      <dsp:txXfrm>
        <a:off x="42950" y="4806829"/>
        <a:ext cx="6583531" cy="79394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p:nvPr>
        </p:nvSpPr>
        <p:spPr>
          <a:xfrm>
            <a:off x="2197100" y="1079500"/>
            <a:ext cx="7797799" cy="2138400"/>
          </a:xfrm>
        </p:spPr>
        <p:txBody>
          <a:bodyPr anchor="b">
            <a:normAutofit/>
          </a:bodyPr>
          <a:lstStyle>
            <a:lvl1pPr algn="ctr">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3D95C8C-0A7F-40D9-A690-3D5898EFFE81}"/>
              </a:ext>
            </a:extLst>
          </p:cNvPr>
          <p:cNvSpPr>
            <a:spLocks noGrp="1"/>
          </p:cNvSpPr>
          <p:nvPr>
            <p:ph type="subTitle" idx="1"/>
          </p:nvPr>
        </p:nvSpPr>
        <p:spPr>
          <a:xfrm>
            <a:off x="3308350" y="4113213"/>
            <a:ext cx="5575300" cy="1655762"/>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D1322F3-E47A-4D6E-96A8-AB5C73BA9906}"/>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3/8/2026</a:t>
            </a:fld>
            <a:endParaRPr lang="en-US" dirty="0"/>
          </a:p>
        </p:txBody>
      </p:sp>
      <p:sp>
        <p:nvSpPr>
          <p:cNvPr id="5" name="Footer Placeholder 4">
            <a:extLst>
              <a:ext uri="{FF2B5EF4-FFF2-40B4-BE49-F238E27FC236}">
                <a16:creationId xmlns:a16="http://schemas.microsoft.com/office/drawing/2014/main" id="{737BF5CE-9E66-4FD5-949F-34E11607C6DF}"/>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EEDAB7A-4032-416A-B04E-1F4878912E0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dirty="0"/>
          </a:p>
        </p:txBody>
      </p:sp>
      <p:cxnSp>
        <p:nvCxnSpPr>
          <p:cNvPr id="7" name="Straight Connector 6">
            <a:extLst>
              <a:ext uri="{FF2B5EF4-FFF2-40B4-BE49-F238E27FC236}">
                <a16:creationId xmlns:a16="http://schemas.microsoft.com/office/drawing/2014/main" id="{701C0CAB-6A03-4C6A-9FAA-219847753628}"/>
              </a:ext>
            </a:extLst>
          </p:cNvPr>
          <p:cNvCxnSpPr>
            <a:cxnSpLocks/>
          </p:cNvCxnSpPr>
          <p:nvPr/>
        </p:nvCxnSpPr>
        <p:spPr>
          <a:xfrm>
            <a:off x="5826000"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F982E0B2-AA9C-441C-A08E-A9DF9CF12116}"/>
              </a:ext>
            </a:extLst>
          </p:cNvPr>
          <p:cNvGrpSpPr/>
          <p:nvPr/>
        </p:nvGrpSpPr>
        <p:grpSpPr>
          <a:xfrm>
            <a:off x="9728046" y="4869342"/>
            <a:ext cx="1623711" cy="630920"/>
            <a:chOff x="9588346" y="4824892"/>
            <a:chExt cx="1623711" cy="630920"/>
          </a:xfrm>
        </p:grpSpPr>
        <p:sp>
          <p:nvSpPr>
            <p:cNvPr id="16" name="Freeform: Shape 15">
              <a:extLst>
                <a:ext uri="{FF2B5EF4-FFF2-40B4-BE49-F238E27FC236}">
                  <a16:creationId xmlns:a16="http://schemas.microsoft.com/office/drawing/2014/main" id="{A4A2E074-C10D-4C57-AB72-B631E4D77102}"/>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0B037EB3-1772-4BA8-A95A-E5DBDFEA32B0}"/>
                </a:ext>
              </a:extLst>
            </p:cNvPr>
            <p:cNvGrpSpPr/>
            <p:nvPr/>
          </p:nvGrpSpPr>
          <p:grpSpPr>
            <a:xfrm rot="2700000" flipH="1">
              <a:off x="10112436" y="4359902"/>
              <a:ext cx="571820" cy="1620000"/>
              <a:chOff x="8482785" y="4330454"/>
              <a:chExt cx="571820" cy="1620000"/>
            </a:xfrm>
          </p:grpSpPr>
          <p:sp>
            <p:nvSpPr>
              <p:cNvPr id="18" name="Freeform: Shape 17">
                <a:extLst>
                  <a:ext uri="{FF2B5EF4-FFF2-40B4-BE49-F238E27FC236}">
                    <a16:creationId xmlns:a16="http://schemas.microsoft.com/office/drawing/2014/main" id="{A1F47AC1-63D0-47F3-9728-1A0A0543494B}"/>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9" name="Straight Connector 18">
                <a:extLst>
                  <a:ext uri="{FF2B5EF4-FFF2-40B4-BE49-F238E27FC236}">
                    <a16:creationId xmlns:a16="http://schemas.microsoft.com/office/drawing/2014/main" id="{803A57D6-0C36-4560-A08A-16768551EF6F}"/>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931697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A217A-A229-4751-8D09-0CAD914F628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A9DEA33-60C3-4B28-B3EF-E93D6D46A3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D3B28-C66B-4279-AB67-2BC1D01239A4}"/>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3/8/2026</a:t>
            </a:fld>
            <a:endParaRPr lang="en-US"/>
          </a:p>
        </p:txBody>
      </p:sp>
      <p:sp>
        <p:nvSpPr>
          <p:cNvPr id="5" name="Footer Placeholder 4">
            <a:extLst>
              <a:ext uri="{FF2B5EF4-FFF2-40B4-BE49-F238E27FC236}">
                <a16:creationId xmlns:a16="http://schemas.microsoft.com/office/drawing/2014/main" id="{8928FF39-A0DA-4F77-9297-B83C86B575D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9D7D65A-9D4E-42F6-A8BF-1EEAFB180710}"/>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630632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17BB-B242-4CC6-887C-83E08CE2D54A}"/>
              </a:ext>
            </a:extLst>
          </p:cNvPr>
          <p:cNvSpPr>
            <a:spLocks noGrp="1"/>
          </p:cNvSpPr>
          <p:nvPr>
            <p:ph type="title"/>
          </p:nvPr>
        </p:nvSpPr>
        <p:spPr>
          <a:xfrm>
            <a:off x="1079500" y="2252663"/>
            <a:ext cx="4457700" cy="2349500"/>
          </a:xfrm>
        </p:spPr>
        <p:txBody>
          <a:bodyPr anchor="ctr" anchorCtr="0">
            <a:normAutofit/>
          </a:bodyPr>
          <a:lstStyle>
            <a:lvl1pPr algn="ctr">
              <a:defRPr sz="2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695823-EA83-493F-8FEC-C72B5B9CF2FD}"/>
              </a:ext>
            </a:extLst>
          </p:cNvPr>
          <p:cNvSpPr>
            <a:spLocks noGrp="1"/>
          </p:cNvSpPr>
          <p:nvPr>
            <p:ph type="body" idx="1"/>
          </p:nvPr>
        </p:nvSpPr>
        <p:spPr>
          <a:xfrm>
            <a:off x="6654800" y="2252664"/>
            <a:ext cx="4451348" cy="2349500"/>
          </a:xfrm>
        </p:spPr>
        <p:txBody>
          <a:bodyPr anchor="ctr" anchorCtr="0"/>
          <a:lstStyle>
            <a:lvl1pPr marL="0" indent="0">
              <a:buNone/>
              <a:defRPr sz="2400" i="1">
                <a:solidFill>
                  <a:schemeClr val="tx1">
                    <a:alpha val="7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E08E54-36BB-4AB4-BE1F-5FA8207BEAF8}"/>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3/8/2026</a:t>
            </a:fld>
            <a:endParaRPr lang="en-US"/>
          </a:p>
        </p:txBody>
      </p:sp>
      <p:sp>
        <p:nvSpPr>
          <p:cNvPr id="5" name="Footer Placeholder 4">
            <a:extLst>
              <a:ext uri="{FF2B5EF4-FFF2-40B4-BE49-F238E27FC236}">
                <a16:creationId xmlns:a16="http://schemas.microsoft.com/office/drawing/2014/main" id="{C0453A6A-C55A-40A1-A3BB-DB417047F54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6D6E656-7AC0-4BD3-AFE5-4B5122E2F2D8}"/>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grpSp>
        <p:nvGrpSpPr>
          <p:cNvPr id="20" name="Group 19">
            <a:extLst>
              <a:ext uri="{FF2B5EF4-FFF2-40B4-BE49-F238E27FC236}">
                <a16:creationId xmlns:a16="http://schemas.microsoft.com/office/drawing/2014/main" id="{E9ABE19D-0B51-4388-93D1-0CD6B767115D}"/>
              </a:ext>
            </a:extLst>
          </p:cNvPr>
          <p:cNvGrpSpPr/>
          <p:nvPr/>
        </p:nvGrpSpPr>
        <p:grpSpPr>
          <a:xfrm>
            <a:off x="999771" y="932104"/>
            <a:ext cx="913428" cy="1032464"/>
            <a:chOff x="999771" y="932104"/>
            <a:chExt cx="913428" cy="1032464"/>
          </a:xfrm>
        </p:grpSpPr>
        <p:grpSp>
          <p:nvGrpSpPr>
            <p:cNvPr id="21" name="Group 20">
              <a:extLst>
                <a:ext uri="{FF2B5EF4-FFF2-40B4-BE49-F238E27FC236}">
                  <a16:creationId xmlns:a16="http://schemas.microsoft.com/office/drawing/2014/main" id="{46226ED6-7133-4222-9552-0EA4B1B3C9FB}"/>
                </a:ext>
              </a:extLst>
            </p:cNvPr>
            <p:cNvGrpSpPr/>
            <p:nvPr/>
          </p:nvGrpSpPr>
          <p:grpSpPr>
            <a:xfrm rot="8100000" flipV="1">
              <a:off x="1047457" y="1290386"/>
              <a:ext cx="865742" cy="628383"/>
              <a:chOff x="558167" y="958515"/>
              <a:chExt cx="865742" cy="628383"/>
            </a:xfrm>
            <a:solidFill>
              <a:schemeClr val="accent3"/>
            </a:solidFill>
          </p:grpSpPr>
          <p:sp>
            <p:nvSpPr>
              <p:cNvPr id="28" name="Freeform: Shape 27">
                <a:extLst>
                  <a:ext uri="{FF2B5EF4-FFF2-40B4-BE49-F238E27FC236}">
                    <a16:creationId xmlns:a16="http://schemas.microsoft.com/office/drawing/2014/main" id="{BE810E40-D42F-4034-93BA-54446465D20B}"/>
                  </a:ext>
                </a:extLst>
              </p:cNvPr>
              <p:cNvSpPr/>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Freeform: Shape 28">
                <a:extLst>
                  <a:ext uri="{FF2B5EF4-FFF2-40B4-BE49-F238E27FC236}">
                    <a16:creationId xmlns:a16="http://schemas.microsoft.com/office/drawing/2014/main" id="{60F6BFC2-CA89-42B8-8A5A-E9F26BA87FBB}"/>
                  </a:ext>
                </a:extLst>
              </p:cNvPr>
              <p:cNvSpPr/>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2" name="Group 21">
              <a:extLst>
                <a:ext uri="{FF2B5EF4-FFF2-40B4-BE49-F238E27FC236}">
                  <a16:creationId xmlns:a16="http://schemas.microsoft.com/office/drawing/2014/main" id="{1CA36485-DC1D-48C9-91B2-425DBC66D471}"/>
                </a:ext>
              </a:extLst>
            </p:cNvPr>
            <p:cNvGrpSpPr/>
            <p:nvPr/>
          </p:nvGrpSpPr>
          <p:grpSpPr>
            <a:xfrm rot="10800000" flipH="1" flipV="1">
              <a:off x="999771" y="932104"/>
              <a:ext cx="864005" cy="1032464"/>
              <a:chOff x="2207971" y="2384401"/>
              <a:chExt cx="864005" cy="1032464"/>
            </a:xfrm>
          </p:grpSpPr>
          <p:sp>
            <p:nvSpPr>
              <p:cNvPr id="23" name="Freeform: Shape 22">
                <a:extLst>
                  <a:ext uri="{FF2B5EF4-FFF2-40B4-BE49-F238E27FC236}">
                    <a16:creationId xmlns:a16="http://schemas.microsoft.com/office/drawing/2014/main" id="{0ACF276E-196C-4923-B7D1-48A8E6A1669C}"/>
                  </a:ext>
                </a:extLst>
              </p:cNvPr>
              <p:cNvSpPr/>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Freeform: Shape 23">
                <a:extLst>
                  <a:ext uri="{FF2B5EF4-FFF2-40B4-BE49-F238E27FC236}">
                    <a16:creationId xmlns:a16="http://schemas.microsoft.com/office/drawing/2014/main" id="{FFE3686C-DFF6-4995-81B8-FA38F5BB0401}"/>
                  </a:ext>
                </a:extLst>
              </p:cNvPr>
              <p:cNvSpPr/>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5" name="Group 24">
                <a:extLst>
                  <a:ext uri="{FF2B5EF4-FFF2-40B4-BE49-F238E27FC236}">
                    <a16:creationId xmlns:a16="http://schemas.microsoft.com/office/drawing/2014/main" id="{9DCBF653-CCB9-47B2-9DD9-68847A45D82D}"/>
                  </a:ext>
                </a:extLst>
              </p:cNvPr>
              <p:cNvGrpSpPr/>
              <p:nvPr/>
            </p:nvGrpSpPr>
            <p:grpSpPr>
              <a:xfrm>
                <a:off x="2440769" y="2384401"/>
                <a:ext cx="313009" cy="1032464"/>
                <a:chOff x="2440769" y="2384401"/>
                <a:chExt cx="313009" cy="1032464"/>
              </a:xfrm>
            </p:grpSpPr>
            <p:cxnSp>
              <p:nvCxnSpPr>
                <p:cNvPr id="26" name="Straight Connector 25">
                  <a:extLst>
                    <a:ext uri="{FF2B5EF4-FFF2-40B4-BE49-F238E27FC236}">
                      <a16:creationId xmlns:a16="http://schemas.microsoft.com/office/drawing/2014/main" id="{7F081A1F-C7C9-4907-AAED-B4E9B64973FB}"/>
                    </a:ext>
                  </a:extLst>
                </p:cNvPr>
                <p:cNvCxnSpPr>
                  <a:cxnSpLocks/>
                </p:cNvCxnSpPr>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4F8F89A-0719-4D9A-8379-9EEBD7201052}"/>
                    </a:ext>
                  </a:extLst>
                </p:cNvPr>
                <p:cNvCxnSpPr>
                  <a:cxnSpLocks/>
                </p:cNvCxnSpPr>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30" name="Group 29">
            <a:extLst>
              <a:ext uri="{FF2B5EF4-FFF2-40B4-BE49-F238E27FC236}">
                <a16:creationId xmlns:a16="http://schemas.microsoft.com/office/drawing/2014/main" id="{E7AA5779-FF0F-4ACF-A56C-710A4CDEC8A3}"/>
              </a:ext>
            </a:extLst>
          </p:cNvPr>
          <p:cNvGrpSpPr/>
          <p:nvPr/>
        </p:nvGrpSpPr>
        <p:grpSpPr>
          <a:xfrm>
            <a:off x="1437136" y="649304"/>
            <a:ext cx="388541" cy="388541"/>
            <a:chOff x="5752675" y="5440856"/>
            <a:chExt cx="388541" cy="388541"/>
          </a:xfrm>
        </p:grpSpPr>
        <p:sp>
          <p:nvSpPr>
            <p:cNvPr id="31" name="Oval 30">
              <a:extLst>
                <a:ext uri="{FF2B5EF4-FFF2-40B4-BE49-F238E27FC236}">
                  <a16:creationId xmlns:a16="http://schemas.microsoft.com/office/drawing/2014/main" id="{5F0ADB13-4626-4F84-B513-0B58E65C248E}"/>
                </a:ext>
              </a:extLst>
            </p:cNvPr>
            <p:cNvSpPr/>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Oval 31">
              <a:extLst>
                <a:ext uri="{FF2B5EF4-FFF2-40B4-BE49-F238E27FC236}">
                  <a16:creationId xmlns:a16="http://schemas.microsoft.com/office/drawing/2014/main" id="{AF46BC46-AD78-4932-95BA-D3009154CA7A}"/>
                </a:ext>
              </a:extLst>
            </p:cNvPr>
            <p:cNvSpPr/>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33" name="Straight Connector 32">
            <a:extLst>
              <a:ext uri="{FF2B5EF4-FFF2-40B4-BE49-F238E27FC236}">
                <a16:creationId xmlns:a16="http://schemas.microsoft.com/office/drawing/2014/main" id="{D38118F0-6EA8-4901-9161-9101C6DDD97E}"/>
              </a:ext>
            </a:extLst>
          </p:cNvPr>
          <p:cNvCxnSpPr>
            <a:cxnSpLocks/>
          </p:cNvCxnSpPr>
          <p:nvPr/>
        </p:nvCxnSpPr>
        <p:spPr>
          <a:xfrm rot="16200000" flipH="1">
            <a:off x="5826000" y="342900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8759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013D-A80D-4455-B886-0C3448294C02}"/>
              </a:ext>
            </a:extLst>
          </p:cNvPr>
          <p:cNvSpPr>
            <a:spLocks noGrp="1"/>
          </p:cNvSpPr>
          <p:nvPr>
            <p:ph type="title"/>
          </p:nvPr>
        </p:nvSpPr>
        <p:spPr/>
        <p:txBody>
          <a:bodyPr/>
          <a:lstStyle>
            <a:lvl1pPr algn="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99D3AB-20B9-4D90-8106-506F443682C8}"/>
              </a:ext>
            </a:extLst>
          </p:cNvPr>
          <p:cNvSpPr>
            <a:spLocks noGrp="1"/>
          </p:cNvSpPr>
          <p:nvPr>
            <p:ph sz="half" idx="1"/>
          </p:nvPr>
        </p:nvSpPr>
        <p:spPr>
          <a:xfrm>
            <a:off x="108585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5F9DF39-257F-4C10-A7B4-1AA1C66F28E9}"/>
              </a:ext>
            </a:extLst>
          </p:cNvPr>
          <p:cNvSpPr>
            <a:spLocks noGrp="1"/>
          </p:cNvSpPr>
          <p:nvPr>
            <p:ph sz="half" idx="2"/>
          </p:nvPr>
        </p:nvSpPr>
        <p:spPr>
          <a:xfrm>
            <a:off x="636600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0E57E5E-B324-4633-AB65-4A53498B9FA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3/8/2026</a:t>
            </a:fld>
            <a:endParaRPr lang="en-US"/>
          </a:p>
        </p:txBody>
      </p:sp>
      <p:sp>
        <p:nvSpPr>
          <p:cNvPr id="6" name="Footer Placeholder 5">
            <a:extLst>
              <a:ext uri="{FF2B5EF4-FFF2-40B4-BE49-F238E27FC236}">
                <a16:creationId xmlns:a16="http://schemas.microsoft.com/office/drawing/2014/main" id="{5B42A16D-8423-4C91-B839-F95380250FA3}"/>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63AD46B-C875-4F91-8991-4A4E5D768D9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374902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170C3-74D3-4445-A879-4F7CF42ED29A}"/>
              </a:ext>
            </a:extLst>
          </p:cNvPr>
          <p:cNvSpPr>
            <a:spLocks noGrp="1"/>
          </p:cNvSpPr>
          <p:nvPr>
            <p:ph type="title"/>
          </p:nvPr>
        </p:nvSpPr>
        <p:spPr>
          <a:xfrm>
            <a:off x="1079500" y="1011238"/>
            <a:ext cx="10026650" cy="655637"/>
          </a:xfrm>
        </p:spPr>
        <p:txBody>
          <a:bodyPr>
            <a:normAutofit/>
          </a:bodyPr>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64494-3C1C-49FE-ADB2-6F41CEEA82EF}"/>
              </a:ext>
            </a:extLst>
          </p:cNvPr>
          <p:cNvSpPr>
            <a:spLocks noGrp="1"/>
          </p:cNvSpPr>
          <p:nvPr>
            <p:ph type="body" idx="1"/>
          </p:nvPr>
        </p:nvSpPr>
        <p:spPr>
          <a:xfrm>
            <a:off x="107950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EE19A6-8340-43A4-9B30-A27DEB9E2BF1}"/>
              </a:ext>
            </a:extLst>
          </p:cNvPr>
          <p:cNvSpPr>
            <a:spLocks noGrp="1"/>
          </p:cNvSpPr>
          <p:nvPr>
            <p:ph sz="half" idx="2"/>
          </p:nvPr>
        </p:nvSpPr>
        <p:spPr>
          <a:xfrm>
            <a:off x="1079500" y="2525561"/>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9D4B31-0090-483A-BF84-CEA2B22D51D5}"/>
              </a:ext>
            </a:extLst>
          </p:cNvPr>
          <p:cNvSpPr>
            <a:spLocks noGrp="1"/>
          </p:cNvSpPr>
          <p:nvPr>
            <p:ph type="body" sz="quarter" idx="3"/>
          </p:nvPr>
        </p:nvSpPr>
        <p:spPr>
          <a:xfrm>
            <a:off x="636495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8DB9E9-0BD8-4F85-9342-5C5BA0D35CEA}"/>
              </a:ext>
            </a:extLst>
          </p:cNvPr>
          <p:cNvSpPr>
            <a:spLocks noGrp="1"/>
          </p:cNvSpPr>
          <p:nvPr>
            <p:ph sz="quarter" idx="4"/>
          </p:nvPr>
        </p:nvSpPr>
        <p:spPr>
          <a:xfrm>
            <a:off x="6364950" y="2525560"/>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52AE3D3E-6168-45C3-BAB4-04FFFB9835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3/8/2026</a:t>
            </a:fld>
            <a:endParaRPr lang="en-US"/>
          </a:p>
        </p:txBody>
      </p:sp>
      <p:sp>
        <p:nvSpPr>
          <p:cNvPr id="8" name="Footer Placeholder 7">
            <a:extLst>
              <a:ext uri="{FF2B5EF4-FFF2-40B4-BE49-F238E27FC236}">
                <a16:creationId xmlns:a16="http://schemas.microsoft.com/office/drawing/2014/main" id="{DA8F8D02-7CCF-4321-847A-CD553E52A342}"/>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9F966368-2A9A-4617-A2A9-E4E9ACD06381}"/>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875836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0855A-C7D7-455F-BD47-AB4221DD0240}"/>
              </a:ext>
            </a:extLst>
          </p:cNvPr>
          <p:cNvSpPr>
            <a:spLocks noGrp="1"/>
          </p:cNvSpPr>
          <p:nvPr>
            <p:ph type="title"/>
          </p:nvPr>
        </p:nvSpPr>
        <p:spPr>
          <a:xfrm>
            <a:off x="1079500" y="1079500"/>
            <a:ext cx="10026650" cy="4689475"/>
          </a:xfrm>
        </p:spPr>
        <p:txBody>
          <a:bodyPr anchor="ctr"/>
          <a:lstStyle>
            <a:lvl1pPr algn="ct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1629F6FD-C2F8-4688-B52A-ED76F48B8B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3/8/2026</a:t>
            </a:fld>
            <a:endParaRPr lang="en-US"/>
          </a:p>
        </p:txBody>
      </p:sp>
      <p:sp>
        <p:nvSpPr>
          <p:cNvPr id="4" name="Footer Placeholder 3">
            <a:extLst>
              <a:ext uri="{FF2B5EF4-FFF2-40B4-BE49-F238E27FC236}">
                <a16:creationId xmlns:a16="http://schemas.microsoft.com/office/drawing/2014/main" id="{AB358F0F-237C-4F8E-A5A7-48269F700B1D}"/>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68C3629E-70C3-44A4-A268-2194CD424AF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125379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232D4-EC56-49D3-B967-D972B5E5E2C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3/8/2026</a:t>
            </a:fld>
            <a:endParaRPr lang="en-US"/>
          </a:p>
        </p:txBody>
      </p:sp>
      <p:sp>
        <p:nvSpPr>
          <p:cNvPr id="3" name="Footer Placeholder 2">
            <a:extLst>
              <a:ext uri="{FF2B5EF4-FFF2-40B4-BE49-F238E27FC236}">
                <a16:creationId xmlns:a16="http://schemas.microsoft.com/office/drawing/2014/main" id="{0B2C3171-136A-405F-B1CF-C0DAFAA21E4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6523E7E-BA29-40D2-BE24-10E7F705040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280475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607EF-706F-47DD-B487-7C3E4EDE1945}"/>
              </a:ext>
            </a:extLst>
          </p:cNvPr>
          <p:cNvSpPr>
            <a:spLocks noGrp="1"/>
          </p:cNvSpPr>
          <p:nvPr>
            <p:ph type="title"/>
          </p:nvPr>
        </p:nvSpPr>
        <p:spPr>
          <a:xfrm>
            <a:off x="1071607" y="1011238"/>
            <a:ext cx="3906000" cy="1292400"/>
          </a:xfrm>
        </p:spPr>
        <p:txBody>
          <a:bodyPr anchor="t" anchorCtr="0">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8298442-7D9F-4D62-866B-FBA382F06C4C}"/>
              </a:ext>
            </a:extLst>
          </p:cNvPr>
          <p:cNvSpPr>
            <a:spLocks noGrp="1"/>
          </p:cNvSpPr>
          <p:nvPr>
            <p:ph idx="1"/>
          </p:nvPr>
        </p:nvSpPr>
        <p:spPr>
          <a:xfrm>
            <a:off x="5537200" y="955230"/>
            <a:ext cx="5583193" cy="4813745"/>
          </a:xfrm>
        </p:spPr>
        <p:txBody>
          <a:bodyPr/>
          <a:lstStyle>
            <a:lvl1pPr marL="0" indent="0">
              <a:lnSpc>
                <a:spcPct val="100000"/>
              </a:lnSpc>
              <a:buFontTx/>
              <a:buNone/>
              <a:defRPr sz="4800"/>
            </a:lvl1pPr>
            <a:lvl2pPr marL="0">
              <a:lnSpc>
                <a:spcPct val="100000"/>
              </a:lnSpc>
              <a:defRPr sz="4800"/>
            </a:lvl2pPr>
            <a:lvl3pPr marL="0" indent="0">
              <a:buNone/>
              <a:defRPr sz="2000"/>
            </a:lvl3pPr>
            <a:lvl4pPr marL="0">
              <a:defRPr sz="2000"/>
            </a:lvl4pPr>
            <a:lvl5pPr marL="360000">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67D1DB7-AC43-460E-B3C5-9F8B37D1B50A}"/>
              </a:ext>
            </a:extLst>
          </p:cNvPr>
          <p:cNvSpPr>
            <a:spLocks noGrp="1"/>
          </p:cNvSpPr>
          <p:nvPr>
            <p:ph type="body" sz="half" idx="2"/>
          </p:nvPr>
        </p:nvSpPr>
        <p:spPr>
          <a:xfrm>
            <a:off x="1079499" y="2664000"/>
            <a:ext cx="3905999" cy="3106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C5DE9-6995-4F6E-AF64-6CE9A677971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3/8/2026</a:t>
            </a:fld>
            <a:endParaRPr lang="en-US"/>
          </a:p>
        </p:txBody>
      </p:sp>
      <p:sp>
        <p:nvSpPr>
          <p:cNvPr id="6" name="Footer Placeholder 5">
            <a:extLst>
              <a:ext uri="{FF2B5EF4-FFF2-40B4-BE49-F238E27FC236}">
                <a16:creationId xmlns:a16="http://schemas.microsoft.com/office/drawing/2014/main" id="{388BC655-2B4D-48CA-90B9-740400332295}"/>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314A7E0-1D83-4CE0-9FFE-3EEE2B3C27E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327068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F7F85-950A-4BED-AE31-5C85DE4FA488}"/>
              </a:ext>
            </a:extLst>
          </p:cNvPr>
          <p:cNvSpPr>
            <a:spLocks noGrp="1"/>
          </p:cNvSpPr>
          <p:nvPr>
            <p:ph type="title"/>
          </p:nvPr>
        </p:nvSpPr>
        <p:spPr>
          <a:xfrm>
            <a:off x="1079501" y="1011238"/>
            <a:ext cx="3905250" cy="1292662"/>
          </a:xfrm>
        </p:spPr>
        <p:txBody>
          <a:bodyPr anchor="t"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813A008-3741-4305-8A06-C0D8404A32BB}"/>
              </a:ext>
            </a:extLst>
          </p:cNvPr>
          <p:cNvSpPr>
            <a:spLocks noGrp="1"/>
          </p:cNvSpPr>
          <p:nvPr>
            <p:ph type="pic" idx="1"/>
          </p:nvPr>
        </p:nvSpPr>
        <p:spPr>
          <a:xfrm>
            <a:off x="5537200" y="531813"/>
            <a:ext cx="6113812" cy="578484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BF2ADC63-3365-4920-AF26-600F4D2EA579}"/>
              </a:ext>
            </a:extLst>
          </p:cNvPr>
          <p:cNvSpPr>
            <a:spLocks noGrp="1"/>
          </p:cNvSpPr>
          <p:nvPr>
            <p:ph type="body" sz="half" idx="2"/>
          </p:nvPr>
        </p:nvSpPr>
        <p:spPr>
          <a:xfrm>
            <a:off x="1079500" y="2663825"/>
            <a:ext cx="3905250" cy="310515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161BE-EF8B-4F4D-8197-61442EBC46B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3/8/2026</a:t>
            </a:fld>
            <a:endParaRPr lang="en-US"/>
          </a:p>
        </p:txBody>
      </p:sp>
      <p:sp>
        <p:nvSpPr>
          <p:cNvPr id="6" name="Footer Placeholder 5">
            <a:extLst>
              <a:ext uri="{FF2B5EF4-FFF2-40B4-BE49-F238E27FC236}">
                <a16:creationId xmlns:a16="http://schemas.microsoft.com/office/drawing/2014/main" id="{9FD37897-BFE5-414E-9334-53116988DC3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F5BF024-9A20-4B80-976D-420DCCD1616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022911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794F-0C7D-47A6-A355-9B54F3A082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18BEFC-5F95-43C3-A662-CF24426CB374}"/>
              </a:ext>
            </a:extLst>
          </p:cNvPr>
          <p:cNvSpPr>
            <a:spLocks noGrp="1"/>
          </p:cNvSpPr>
          <p:nvPr>
            <p:ph type="body" orient="vert" idx="1"/>
          </p:nvPr>
        </p:nvSpPr>
        <p:spPr>
          <a:xfrm>
            <a:off x="1079500" y="1790700"/>
            <a:ext cx="10026650" cy="39782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E020A41-C226-41AB-8766-C9BF3E9BF9D0}"/>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3/8/2026</a:t>
            </a:fld>
            <a:endParaRPr lang="en-US"/>
          </a:p>
        </p:txBody>
      </p:sp>
      <p:sp>
        <p:nvSpPr>
          <p:cNvPr id="5" name="Footer Placeholder 4">
            <a:extLst>
              <a:ext uri="{FF2B5EF4-FFF2-40B4-BE49-F238E27FC236}">
                <a16:creationId xmlns:a16="http://schemas.microsoft.com/office/drawing/2014/main" id="{877795E9-017B-4505-810D-A5F553A56BC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626A1BD-3429-4C11-B230-8AD083EC3EC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532007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11CA2-18BF-408B-A40C-B43A0A7B80FA}"/>
              </a:ext>
            </a:extLst>
          </p:cNvPr>
          <p:cNvSpPr>
            <a:spLocks noGrp="1"/>
          </p:cNvSpPr>
          <p:nvPr>
            <p:ph type="title" orient="vert"/>
          </p:nvPr>
        </p:nvSpPr>
        <p:spPr>
          <a:xfrm>
            <a:off x="9899079" y="1079500"/>
            <a:ext cx="1292662" cy="4689476"/>
          </a:xfrm>
        </p:spPr>
        <p:txBody>
          <a:bodyPr vert="eaVert">
            <a:normAutofit/>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E424B6-12FC-41A1-AF7C-7E3931D97204}"/>
              </a:ext>
            </a:extLst>
          </p:cNvPr>
          <p:cNvSpPr>
            <a:spLocks noGrp="1"/>
          </p:cNvSpPr>
          <p:nvPr>
            <p:ph type="body" orient="vert" idx="1"/>
          </p:nvPr>
        </p:nvSpPr>
        <p:spPr>
          <a:xfrm>
            <a:off x="1079499" y="1079500"/>
            <a:ext cx="8495943" cy="46894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35CF957-F921-48CF-97FE-91190C1AE9B3}"/>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3/8/2026</a:t>
            </a:fld>
            <a:endParaRPr lang="en-US"/>
          </a:p>
        </p:txBody>
      </p:sp>
      <p:sp>
        <p:nvSpPr>
          <p:cNvPr id="5" name="Footer Placeholder 4">
            <a:extLst>
              <a:ext uri="{FF2B5EF4-FFF2-40B4-BE49-F238E27FC236}">
                <a16:creationId xmlns:a16="http://schemas.microsoft.com/office/drawing/2014/main" id="{6653F49D-6E0C-47F7-BAAD-A427913DC4D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038A122-F390-46CF-BECF-3AE05CA585C4}"/>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509795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700152-D18D-4405-8FB2-5985831B57A0}"/>
              </a:ext>
            </a:extLst>
          </p:cNvPr>
          <p:cNvSpPr>
            <a:spLocks noGrp="1"/>
          </p:cNvSpPr>
          <p:nvPr>
            <p:ph type="title"/>
          </p:nvPr>
        </p:nvSpPr>
        <p:spPr>
          <a:xfrm>
            <a:off x="1079500" y="1011238"/>
            <a:ext cx="10026650" cy="655637"/>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22E92E1-0C4A-474E-8E29-8DB404101BA7}"/>
              </a:ext>
            </a:extLst>
          </p:cNvPr>
          <p:cNvSpPr>
            <a:spLocks noGrp="1"/>
          </p:cNvSpPr>
          <p:nvPr>
            <p:ph type="body" idx="1"/>
          </p:nvPr>
        </p:nvSpPr>
        <p:spPr>
          <a:xfrm>
            <a:off x="1079500" y="1790700"/>
            <a:ext cx="10026650" cy="3978275"/>
          </a:xfrm>
          <a:prstGeom prst="rect">
            <a:avLst/>
          </a:prstGeom>
        </p:spPr>
        <p:txBody>
          <a:bodyPr vert="horz" lIns="0" tIns="0" rIns="0" bIns="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122E245-B48B-4526-8D2D-9475E64B0624}"/>
              </a:ext>
            </a:extLst>
          </p:cNvPr>
          <p:cNvSpPr>
            <a:spLocks noGrp="1"/>
          </p:cNvSpPr>
          <p:nvPr>
            <p:ph type="dt" sz="half" idx="2"/>
          </p:nvPr>
        </p:nvSpPr>
        <p:spPr>
          <a:xfrm>
            <a:off x="541338" y="6401999"/>
            <a:ext cx="2206625" cy="369332"/>
          </a:xfrm>
          <a:prstGeom prst="rect">
            <a:avLst/>
          </a:prstGeom>
        </p:spPr>
        <p:txBody>
          <a:bodyPr vert="horz" lIns="0" tIns="0" rIns="0" bIns="0" rtlCol="0" anchor="ctr">
            <a:normAutofit/>
          </a:bodyPr>
          <a:lstStyle>
            <a:lvl1pPr algn="l">
              <a:defRPr sz="1000" cap="all" spc="300" baseline="0">
                <a:solidFill>
                  <a:schemeClr val="tx1">
                    <a:alpha val="70000"/>
                  </a:schemeClr>
                </a:solidFill>
              </a:defRPr>
            </a:lvl1pPr>
          </a:lstStyle>
          <a:p>
            <a:fld id="{64F0E216-BA48-4F04-AC4F-645AA0DD6AC6}" type="datetimeFigureOut">
              <a:rPr lang="en-US" smtClean="0"/>
              <a:pPr/>
              <a:t>3/8/2026</a:t>
            </a:fld>
            <a:endParaRPr lang="en-US" dirty="0"/>
          </a:p>
        </p:txBody>
      </p:sp>
      <p:sp>
        <p:nvSpPr>
          <p:cNvPr id="5" name="Footer Placeholder 4">
            <a:extLst>
              <a:ext uri="{FF2B5EF4-FFF2-40B4-BE49-F238E27FC236}">
                <a16:creationId xmlns:a16="http://schemas.microsoft.com/office/drawing/2014/main" id="{C2A0FE5C-A494-40F2-A357-786AFFA6318E}"/>
              </a:ext>
            </a:extLst>
          </p:cNvPr>
          <p:cNvSpPr>
            <a:spLocks noGrp="1"/>
          </p:cNvSpPr>
          <p:nvPr>
            <p:ph type="ftr" sz="quarter" idx="3"/>
          </p:nvPr>
        </p:nvSpPr>
        <p:spPr>
          <a:xfrm>
            <a:off x="3308350" y="6401999"/>
            <a:ext cx="5575300" cy="369332"/>
          </a:xfrm>
          <a:prstGeom prst="rect">
            <a:avLst/>
          </a:prstGeom>
        </p:spPr>
        <p:txBody>
          <a:bodyPr vert="horz" lIns="0" tIns="0" rIns="0" bIns="0" rtlCol="0" anchor="ctr">
            <a:normAutofit/>
          </a:bodyPr>
          <a:lstStyle>
            <a:lvl1pPr algn="ctr">
              <a:defRPr sz="1000" cap="all" spc="300" baseline="0">
                <a:solidFill>
                  <a:schemeClr val="tx1">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504686A1-EDE2-44D9-A671-F708A6F883D7}"/>
              </a:ext>
            </a:extLst>
          </p:cNvPr>
          <p:cNvSpPr>
            <a:spLocks noGrp="1"/>
          </p:cNvSpPr>
          <p:nvPr>
            <p:ph type="sldNum" sz="quarter" idx="4"/>
          </p:nvPr>
        </p:nvSpPr>
        <p:spPr>
          <a:xfrm>
            <a:off x="9442800" y="6401999"/>
            <a:ext cx="2208212" cy="369332"/>
          </a:xfrm>
          <a:prstGeom prst="rect">
            <a:avLst/>
          </a:prstGeom>
        </p:spPr>
        <p:txBody>
          <a:bodyPr vert="horz" lIns="0" tIns="0" rIns="0" bIns="0" rtlCol="0" anchor="ctr">
            <a:normAutofit/>
          </a:bodyPr>
          <a:lstStyle>
            <a:lvl1pPr algn="r">
              <a:defRPr sz="1000" cap="all" spc="300" baseline="0">
                <a:solidFill>
                  <a:schemeClr val="tx1">
                    <a:alpha val="70000"/>
                  </a:schemeClr>
                </a:solidFill>
              </a:defRPr>
            </a:lvl1p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663262041"/>
      </p:ext>
    </p:extLst>
  </p:cSld>
  <p:clrMap bg1="dk1" tx1="lt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defTabSz="914400" rtl="0" eaLnBrk="1" latinLnBrk="0" hangingPunct="1">
        <a:lnSpc>
          <a:spcPct val="100000"/>
        </a:lnSpc>
        <a:spcBef>
          <a:spcPct val="0"/>
        </a:spcBef>
        <a:buNone/>
        <a:defRPr sz="2800" kern="1200" cap="all" spc="400" baseline="0">
          <a:solidFill>
            <a:schemeClr val="tx1"/>
          </a:solidFill>
          <a:latin typeface="+mj-lt"/>
          <a:ea typeface="+mj-ea"/>
          <a:cs typeface="+mj-cs"/>
        </a:defRPr>
      </a:lvl1pPr>
    </p:titleStyle>
    <p:body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A5B2A81-2C8E-4963-AFD4-E539D168B4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D88B50-39F6-FA3C-E560-B25324F4F081}"/>
              </a:ext>
            </a:extLst>
          </p:cNvPr>
          <p:cNvSpPr>
            <a:spLocks noGrp="1"/>
          </p:cNvSpPr>
          <p:nvPr>
            <p:ph type="ctrTitle"/>
          </p:nvPr>
        </p:nvSpPr>
        <p:spPr>
          <a:xfrm>
            <a:off x="4983900" y="1079500"/>
            <a:ext cx="6119131" cy="2138400"/>
          </a:xfrm>
        </p:spPr>
        <p:txBody>
          <a:bodyPr>
            <a:normAutofit/>
          </a:bodyPr>
          <a:lstStyle/>
          <a:p>
            <a:r>
              <a:rPr lang="en-US" dirty="0"/>
              <a:t>Security Controls in Shared Code Repositories</a:t>
            </a:r>
          </a:p>
        </p:txBody>
      </p:sp>
      <p:sp>
        <p:nvSpPr>
          <p:cNvPr id="3" name="Subtitle 2">
            <a:extLst>
              <a:ext uri="{FF2B5EF4-FFF2-40B4-BE49-F238E27FC236}">
                <a16:creationId xmlns:a16="http://schemas.microsoft.com/office/drawing/2014/main" id="{3C2D9FE7-3B1A-09E7-CEBF-2D0E440321FE}"/>
              </a:ext>
            </a:extLst>
          </p:cNvPr>
          <p:cNvSpPr>
            <a:spLocks noGrp="1"/>
          </p:cNvSpPr>
          <p:nvPr>
            <p:ph type="subTitle" idx="1"/>
          </p:nvPr>
        </p:nvSpPr>
        <p:spPr>
          <a:xfrm>
            <a:off x="4980779" y="4113213"/>
            <a:ext cx="6125372" cy="1655762"/>
          </a:xfrm>
        </p:spPr>
        <p:txBody>
          <a:bodyPr>
            <a:normAutofit/>
          </a:bodyPr>
          <a:lstStyle/>
          <a:p>
            <a:r>
              <a:rPr lang="en-US" dirty="0"/>
              <a:t>Gabe Conner</a:t>
            </a:r>
          </a:p>
          <a:p>
            <a:r>
              <a:rPr lang="en-US" dirty="0"/>
              <a:t>CSD 380</a:t>
            </a:r>
          </a:p>
          <a:p>
            <a:r>
              <a:rPr lang="en-US" dirty="0"/>
              <a:t>3/8/2026</a:t>
            </a:r>
          </a:p>
        </p:txBody>
      </p:sp>
      <p:pic>
        <p:nvPicPr>
          <p:cNvPr id="4" name="Picture 3">
            <a:extLst>
              <a:ext uri="{FF2B5EF4-FFF2-40B4-BE49-F238E27FC236}">
                <a16:creationId xmlns:a16="http://schemas.microsoft.com/office/drawing/2014/main" id="{3E34DD03-8553-2D37-DA30-40CB1CA86419}"/>
              </a:ext>
            </a:extLst>
          </p:cNvPr>
          <p:cNvPicPr>
            <a:picLocks noChangeAspect="1"/>
          </p:cNvPicPr>
          <p:nvPr/>
        </p:nvPicPr>
        <p:blipFill>
          <a:blip r:embed="rId2"/>
          <a:srcRect l="45478" r="16631" b="-2"/>
          <a:stretch>
            <a:fillRect/>
          </a:stretch>
        </p:blipFill>
        <p:spPr>
          <a:xfrm>
            <a:off x="20" y="10"/>
            <a:ext cx="3863955" cy="6857989"/>
          </a:xfrm>
          <a:prstGeom prst="rect">
            <a:avLst/>
          </a:prstGeom>
        </p:spPr>
      </p:pic>
      <p:cxnSp>
        <p:nvCxnSpPr>
          <p:cNvPr id="11" name="Straight Connector 10">
            <a:extLst>
              <a:ext uri="{FF2B5EF4-FFF2-40B4-BE49-F238E27FC236}">
                <a16:creationId xmlns:a16="http://schemas.microsoft.com/office/drawing/2014/main" id="{9E7C23BC-DAA6-40E1-8166-B8C4439D14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3465"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1812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FD8DEA-B518-67FA-1402-760FC0C51D36}"/>
              </a:ext>
            </a:extLst>
          </p:cNvPr>
          <p:cNvSpPr>
            <a:spLocks noGrp="1"/>
          </p:cNvSpPr>
          <p:nvPr>
            <p:ph type="title"/>
          </p:nvPr>
        </p:nvSpPr>
        <p:spPr>
          <a:xfrm>
            <a:off x="541338" y="1079500"/>
            <a:ext cx="3322637" cy="4689475"/>
          </a:xfrm>
        </p:spPr>
        <p:txBody>
          <a:bodyPr anchor="ctr">
            <a:normAutofit/>
          </a:bodyPr>
          <a:lstStyle/>
          <a:p>
            <a:pPr algn="ctr"/>
            <a:r>
              <a:rPr lang="en-US" sz="2600"/>
              <a:t>What are shared source Code repositories?</a:t>
            </a:r>
          </a:p>
        </p:txBody>
      </p:sp>
      <p:sp>
        <p:nvSpPr>
          <p:cNvPr id="11" name="Rectangle 10">
            <a:extLst>
              <a:ext uri="{FF2B5EF4-FFF2-40B4-BE49-F238E27FC236}">
                <a16:creationId xmlns:a16="http://schemas.microsoft.com/office/drawing/2014/main" id="{8576A6EA-4B09-480F-BB03-96160272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5950" y="-1"/>
            <a:ext cx="7766050" cy="6857993"/>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E9C62B1F-4A9A-6F4B-D1A1-2CFF8785361C}"/>
              </a:ext>
            </a:extLst>
          </p:cNvPr>
          <p:cNvGraphicFramePr>
            <a:graphicFrameLocks noGrp="1"/>
          </p:cNvGraphicFramePr>
          <p:nvPr>
            <p:ph idx="1"/>
            <p:extLst>
              <p:ext uri="{D42A27DB-BD31-4B8C-83A1-F6EECF244321}">
                <p14:modId xmlns:p14="http://schemas.microsoft.com/office/powerpoint/2010/main" val="3373142501"/>
              </p:ext>
            </p:extLst>
          </p:nvPr>
        </p:nvGraphicFramePr>
        <p:xfrm>
          <a:off x="4981575" y="540000"/>
          <a:ext cx="6669431" cy="577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32501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08C89-3B06-B261-CC1F-2EEF90A880D4}"/>
              </a:ext>
            </a:extLst>
          </p:cNvPr>
          <p:cNvSpPr>
            <a:spLocks noGrp="1"/>
          </p:cNvSpPr>
          <p:nvPr>
            <p:ph type="title"/>
          </p:nvPr>
        </p:nvSpPr>
        <p:spPr>
          <a:xfrm>
            <a:off x="1082675" y="531815"/>
            <a:ext cx="10026650" cy="910310"/>
          </a:xfrm>
        </p:spPr>
        <p:txBody>
          <a:bodyPr wrap="square" anchor="b">
            <a:normAutofit/>
          </a:bodyPr>
          <a:lstStyle/>
          <a:p>
            <a:pPr algn="ctr"/>
            <a:r>
              <a:rPr lang="en-US" dirty="0"/>
              <a:t>Why Does repository security matter?</a:t>
            </a:r>
            <a:endParaRPr lang="en-US"/>
          </a:p>
        </p:txBody>
      </p:sp>
      <p:cxnSp>
        <p:nvCxnSpPr>
          <p:cNvPr id="11" name="Straight Connector 10">
            <a:extLst>
              <a:ext uri="{FF2B5EF4-FFF2-40B4-BE49-F238E27FC236}">
                <a16:creationId xmlns:a16="http://schemas.microsoft.com/office/drawing/2014/main" id="{D9BF9BF3-7E9D-458B-A5D2-E730C5FFD0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19649" y="1893832"/>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B088979B-FA29-3DAA-62B4-EB6D587CE4BD}"/>
              </a:ext>
            </a:extLst>
          </p:cNvPr>
          <p:cNvGraphicFramePr>
            <a:graphicFrameLocks noGrp="1"/>
          </p:cNvGraphicFramePr>
          <p:nvPr>
            <p:ph idx="1"/>
            <p:extLst>
              <p:ext uri="{D42A27DB-BD31-4B8C-83A1-F6EECF244321}">
                <p14:modId xmlns:p14="http://schemas.microsoft.com/office/powerpoint/2010/main" val="2661385954"/>
              </p:ext>
            </p:extLst>
          </p:nvPr>
        </p:nvGraphicFramePr>
        <p:xfrm>
          <a:off x="1079400" y="2843213"/>
          <a:ext cx="10033200" cy="29257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54768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AEB7F98-32EC-40D3-89EE-C84330231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21D808-1CDA-B165-8BA9-87BF95B8484D}"/>
              </a:ext>
            </a:extLst>
          </p:cNvPr>
          <p:cNvSpPr>
            <a:spLocks noGrp="1"/>
          </p:cNvSpPr>
          <p:nvPr>
            <p:ph type="title"/>
          </p:nvPr>
        </p:nvSpPr>
        <p:spPr>
          <a:xfrm>
            <a:off x="540988" y="540033"/>
            <a:ext cx="3884962" cy="1331604"/>
          </a:xfrm>
        </p:spPr>
        <p:txBody>
          <a:bodyPr anchor="b">
            <a:normAutofit/>
          </a:bodyPr>
          <a:lstStyle/>
          <a:p>
            <a:pPr algn="ctr"/>
            <a:r>
              <a:rPr lang="en-US" dirty="0"/>
              <a:t>Managing repository access</a:t>
            </a:r>
            <a:endParaRPr lang="en-US"/>
          </a:p>
        </p:txBody>
      </p:sp>
      <p:cxnSp>
        <p:nvCxnSpPr>
          <p:cNvPr id="12" name="Straight Connector 11">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13469"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49352E7-BDDC-7B2C-7A4A-E2853BE19EC2}"/>
              </a:ext>
            </a:extLst>
          </p:cNvPr>
          <p:cNvSpPr>
            <a:spLocks noGrp="1"/>
          </p:cNvSpPr>
          <p:nvPr>
            <p:ph idx="1"/>
          </p:nvPr>
        </p:nvSpPr>
        <p:spPr>
          <a:xfrm>
            <a:off x="540988" y="2759076"/>
            <a:ext cx="3884962" cy="3009899"/>
          </a:xfrm>
        </p:spPr>
        <p:txBody>
          <a:bodyPr>
            <a:normAutofit/>
          </a:bodyPr>
          <a:lstStyle/>
          <a:p>
            <a:pPr>
              <a:lnSpc>
                <a:spcPct val="115000"/>
              </a:lnSpc>
            </a:pPr>
            <a:r>
              <a:rPr lang="en-US" sz="1600"/>
              <a:t>By managing who has access to the repository, you can further lessen the chances of a breach.</a:t>
            </a:r>
          </a:p>
          <a:p>
            <a:pPr>
              <a:lnSpc>
                <a:spcPct val="115000"/>
              </a:lnSpc>
            </a:pPr>
            <a:r>
              <a:rPr lang="en-US" sz="1600"/>
              <a:t>To do this you can use role-based access control and further follow the principle of least privilege and limit who can modify or merge the code.</a:t>
            </a:r>
          </a:p>
          <a:p>
            <a:pPr>
              <a:lnSpc>
                <a:spcPct val="115000"/>
              </a:lnSpc>
            </a:pPr>
            <a:r>
              <a:rPr lang="en-US" sz="1600"/>
              <a:t>Make sure to regularly review the permissions granted.</a:t>
            </a:r>
          </a:p>
        </p:txBody>
      </p:sp>
      <p:sp>
        <p:nvSpPr>
          <p:cNvPr id="14" name="Rectangle 13">
            <a:extLst>
              <a:ext uri="{FF2B5EF4-FFF2-40B4-BE49-F238E27FC236}">
                <a16:creationId xmlns:a16="http://schemas.microsoft.com/office/drawing/2014/main" id="{DAD9000E-708C-464D-A86F-4ABE391B6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6337" y="0"/>
            <a:ext cx="7205663" cy="6858000"/>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7" name="Graphic 6" descr="Cloud Computing">
            <a:extLst>
              <a:ext uri="{FF2B5EF4-FFF2-40B4-BE49-F238E27FC236}">
                <a16:creationId xmlns:a16="http://schemas.microsoft.com/office/drawing/2014/main" id="{804BEA95-F08D-B8CE-AE4C-FD6F1A6A11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06466" y="540033"/>
            <a:ext cx="5775279" cy="5775279"/>
          </a:xfrm>
          <a:prstGeom prst="rect">
            <a:avLst/>
          </a:prstGeom>
        </p:spPr>
      </p:pic>
    </p:spTree>
    <p:extLst>
      <p:ext uri="{BB962C8B-B14F-4D97-AF65-F5344CB8AC3E}">
        <p14:creationId xmlns:p14="http://schemas.microsoft.com/office/powerpoint/2010/main" val="3951000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19BA6B-57B1-6935-5137-9053F07026F1}"/>
              </a:ext>
            </a:extLst>
          </p:cNvPr>
          <p:cNvSpPr>
            <a:spLocks noGrp="1"/>
          </p:cNvSpPr>
          <p:nvPr>
            <p:ph type="title"/>
          </p:nvPr>
        </p:nvSpPr>
        <p:spPr>
          <a:xfrm>
            <a:off x="1082675" y="531815"/>
            <a:ext cx="10026650" cy="910310"/>
          </a:xfrm>
        </p:spPr>
        <p:txBody>
          <a:bodyPr wrap="square" anchor="b">
            <a:normAutofit/>
          </a:bodyPr>
          <a:lstStyle/>
          <a:p>
            <a:pPr algn="ctr"/>
            <a:r>
              <a:rPr lang="en-US" dirty="0"/>
              <a:t>Authentication and account security</a:t>
            </a:r>
            <a:endParaRPr lang="en-US"/>
          </a:p>
        </p:txBody>
      </p:sp>
      <p:cxnSp>
        <p:nvCxnSpPr>
          <p:cNvPr id="11" name="Straight Connector 10">
            <a:extLst>
              <a:ext uri="{FF2B5EF4-FFF2-40B4-BE49-F238E27FC236}">
                <a16:creationId xmlns:a16="http://schemas.microsoft.com/office/drawing/2014/main" id="{D9BF9BF3-7E9D-458B-A5D2-E730C5FFD0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19649" y="1893832"/>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D09429C4-28A7-7C7E-8EE0-6DD620EE1030}"/>
              </a:ext>
            </a:extLst>
          </p:cNvPr>
          <p:cNvGraphicFramePr>
            <a:graphicFrameLocks noGrp="1"/>
          </p:cNvGraphicFramePr>
          <p:nvPr>
            <p:ph idx="1"/>
            <p:extLst>
              <p:ext uri="{D42A27DB-BD31-4B8C-83A1-F6EECF244321}">
                <p14:modId xmlns:p14="http://schemas.microsoft.com/office/powerpoint/2010/main" val="1417090640"/>
              </p:ext>
            </p:extLst>
          </p:nvPr>
        </p:nvGraphicFramePr>
        <p:xfrm>
          <a:off x="1079400" y="2843213"/>
          <a:ext cx="10033200" cy="29257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8231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557692-1123-A15F-4DB2-AC028EFE8577}"/>
              </a:ext>
            </a:extLst>
          </p:cNvPr>
          <p:cNvSpPr>
            <a:spLocks noGrp="1"/>
          </p:cNvSpPr>
          <p:nvPr>
            <p:ph type="title"/>
          </p:nvPr>
        </p:nvSpPr>
        <p:spPr>
          <a:xfrm>
            <a:off x="1078100" y="542671"/>
            <a:ext cx="10026650" cy="1124202"/>
          </a:xfrm>
        </p:spPr>
        <p:txBody>
          <a:bodyPr wrap="square" anchor="ctr">
            <a:normAutofit/>
          </a:bodyPr>
          <a:lstStyle/>
          <a:p>
            <a:pPr algn="ctr"/>
            <a:r>
              <a:rPr lang="en-US" dirty="0"/>
              <a:t>Protecting sensitive information</a:t>
            </a:r>
            <a:endParaRPr lang="en-US"/>
          </a:p>
        </p:txBody>
      </p:sp>
      <p:sp useBgFill="1">
        <p:nvSpPr>
          <p:cNvPr id="11" name="Rectangle 10">
            <a:extLst>
              <a:ext uri="{FF2B5EF4-FFF2-40B4-BE49-F238E27FC236}">
                <a16:creationId xmlns:a16="http://schemas.microsoft.com/office/drawing/2014/main" id="{F883A8D1-ED1B-47A1-AA44-289C080ED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52664"/>
            <a:ext cx="12192000" cy="4605336"/>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graphicFrame>
        <p:nvGraphicFramePr>
          <p:cNvPr id="5" name="Content Placeholder 2">
            <a:extLst>
              <a:ext uri="{FF2B5EF4-FFF2-40B4-BE49-F238E27FC236}">
                <a16:creationId xmlns:a16="http://schemas.microsoft.com/office/drawing/2014/main" id="{992073A2-4A4B-3005-BD86-C54BFEA0762B}"/>
              </a:ext>
            </a:extLst>
          </p:cNvPr>
          <p:cNvGraphicFramePr>
            <a:graphicFrameLocks noGrp="1"/>
          </p:cNvGraphicFramePr>
          <p:nvPr>
            <p:ph idx="1"/>
            <p:extLst>
              <p:ext uri="{D42A27DB-BD31-4B8C-83A1-F6EECF244321}">
                <p14:modId xmlns:p14="http://schemas.microsoft.com/office/powerpoint/2010/main" val="1901207661"/>
              </p:ext>
            </p:extLst>
          </p:nvPr>
        </p:nvGraphicFramePr>
        <p:xfrm>
          <a:off x="541338" y="2843212"/>
          <a:ext cx="11109674" cy="34721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8800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7687D9-CCB4-21DC-4BC4-C2D8E84112A9}"/>
              </a:ext>
            </a:extLst>
          </p:cNvPr>
          <p:cNvSpPr>
            <a:spLocks noGrp="1"/>
          </p:cNvSpPr>
          <p:nvPr>
            <p:ph type="title"/>
          </p:nvPr>
        </p:nvSpPr>
        <p:spPr>
          <a:xfrm>
            <a:off x="1078100" y="542671"/>
            <a:ext cx="10026650" cy="1124202"/>
          </a:xfrm>
        </p:spPr>
        <p:txBody>
          <a:bodyPr wrap="square" anchor="ctr">
            <a:normAutofit/>
          </a:bodyPr>
          <a:lstStyle/>
          <a:p>
            <a:pPr algn="ctr"/>
            <a:r>
              <a:rPr lang="en-US" dirty="0"/>
              <a:t>Code review and monitoring</a:t>
            </a:r>
            <a:endParaRPr lang="en-US"/>
          </a:p>
        </p:txBody>
      </p:sp>
      <p:sp useBgFill="1">
        <p:nvSpPr>
          <p:cNvPr id="11" name="Rectangle 10">
            <a:extLst>
              <a:ext uri="{FF2B5EF4-FFF2-40B4-BE49-F238E27FC236}">
                <a16:creationId xmlns:a16="http://schemas.microsoft.com/office/drawing/2014/main" id="{F883A8D1-ED1B-47A1-AA44-289C080ED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52664"/>
            <a:ext cx="12192000" cy="4605336"/>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graphicFrame>
        <p:nvGraphicFramePr>
          <p:cNvPr id="5" name="Content Placeholder 2">
            <a:extLst>
              <a:ext uri="{FF2B5EF4-FFF2-40B4-BE49-F238E27FC236}">
                <a16:creationId xmlns:a16="http://schemas.microsoft.com/office/drawing/2014/main" id="{F29C4109-828D-15A3-D632-9EDA6C6D88AF}"/>
              </a:ext>
            </a:extLst>
          </p:cNvPr>
          <p:cNvGraphicFramePr>
            <a:graphicFrameLocks noGrp="1"/>
          </p:cNvGraphicFramePr>
          <p:nvPr>
            <p:ph idx="1"/>
            <p:extLst>
              <p:ext uri="{D42A27DB-BD31-4B8C-83A1-F6EECF244321}">
                <p14:modId xmlns:p14="http://schemas.microsoft.com/office/powerpoint/2010/main" val="294255319"/>
              </p:ext>
            </p:extLst>
          </p:nvPr>
        </p:nvGraphicFramePr>
        <p:xfrm>
          <a:off x="541338" y="2843212"/>
          <a:ext cx="11109674" cy="34721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80460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1FE35B-8229-2B26-ACC5-6E64BCEBD377}"/>
              </a:ext>
            </a:extLst>
          </p:cNvPr>
          <p:cNvSpPr>
            <a:spLocks noGrp="1"/>
          </p:cNvSpPr>
          <p:nvPr>
            <p:ph type="title"/>
          </p:nvPr>
        </p:nvSpPr>
        <p:spPr>
          <a:xfrm>
            <a:off x="1078100" y="542671"/>
            <a:ext cx="10026650" cy="1124202"/>
          </a:xfrm>
        </p:spPr>
        <p:txBody>
          <a:bodyPr wrap="square" anchor="ctr">
            <a:normAutofit/>
          </a:bodyPr>
          <a:lstStyle/>
          <a:p>
            <a:pPr algn="ctr"/>
            <a:r>
              <a:rPr lang="en-US"/>
              <a:t>Managing third-party code</a:t>
            </a:r>
          </a:p>
        </p:txBody>
      </p:sp>
      <p:sp useBgFill="1">
        <p:nvSpPr>
          <p:cNvPr id="11" name="Rectangle 10">
            <a:extLst>
              <a:ext uri="{FF2B5EF4-FFF2-40B4-BE49-F238E27FC236}">
                <a16:creationId xmlns:a16="http://schemas.microsoft.com/office/drawing/2014/main" id="{F883A8D1-ED1B-47A1-AA44-289C080ED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52664"/>
            <a:ext cx="12192000" cy="4605336"/>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graphicFrame>
        <p:nvGraphicFramePr>
          <p:cNvPr id="5" name="Content Placeholder 2">
            <a:extLst>
              <a:ext uri="{FF2B5EF4-FFF2-40B4-BE49-F238E27FC236}">
                <a16:creationId xmlns:a16="http://schemas.microsoft.com/office/drawing/2014/main" id="{C747F030-9EA9-F95D-8F2B-2481E334DF42}"/>
              </a:ext>
            </a:extLst>
          </p:cNvPr>
          <p:cNvGraphicFramePr>
            <a:graphicFrameLocks noGrp="1"/>
          </p:cNvGraphicFramePr>
          <p:nvPr>
            <p:ph idx="1"/>
            <p:extLst>
              <p:ext uri="{D42A27DB-BD31-4B8C-83A1-F6EECF244321}">
                <p14:modId xmlns:p14="http://schemas.microsoft.com/office/powerpoint/2010/main" val="3964998824"/>
              </p:ext>
            </p:extLst>
          </p:nvPr>
        </p:nvGraphicFramePr>
        <p:xfrm>
          <a:off x="541338" y="2843212"/>
          <a:ext cx="11109674" cy="34721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065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A7C074-9800-2A33-D8E2-5B8D41CA525E}"/>
              </a:ext>
            </a:extLst>
          </p:cNvPr>
          <p:cNvSpPr>
            <a:spLocks noGrp="1"/>
          </p:cNvSpPr>
          <p:nvPr>
            <p:ph type="title"/>
          </p:nvPr>
        </p:nvSpPr>
        <p:spPr>
          <a:xfrm>
            <a:off x="541338" y="1079500"/>
            <a:ext cx="3322637" cy="4689475"/>
          </a:xfrm>
        </p:spPr>
        <p:txBody>
          <a:bodyPr anchor="ctr">
            <a:normAutofit/>
          </a:bodyPr>
          <a:lstStyle/>
          <a:p>
            <a:pPr algn="ctr"/>
            <a:r>
              <a:rPr lang="en-US" dirty="0"/>
              <a:t>Takeaways</a:t>
            </a:r>
            <a:endParaRPr lang="en-US"/>
          </a:p>
        </p:txBody>
      </p:sp>
      <p:sp>
        <p:nvSpPr>
          <p:cNvPr id="11" name="Rectangle 10">
            <a:extLst>
              <a:ext uri="{FF2B5EF4-FFF2-40B4-BE49-F238E27FC236}">
                <a16:creationId xmlns:a16="http://schemas.microsoft.com/office/drawing/2014/main" id="{8576A6EA-4B09-480F-BB03-96160272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5950" y="-1"/>
            <a:ext cx="7766050" cy="6857993"/>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0508771A-E058-2DA3-A5CD-C0E0C28AC9DF}"/>
              </a:ext>
            </a:extLst>
          </p:cNvPr>
          <p:cNvGraphicFramePr>
            <a:graphicFrameLocks noGrp="1"/>
          </p:cNvGraphicFramePr>
          <p:nvPr>
            <p:ph idx="1"/>
            <p:extLst>
              <p:ext uri="{D42A27DB-BD31-4B8C-83A1-F6EECF244321}">
                <p14:modId xmlns:p14="http://schemas.microsoft.com/office/powerpoint/2010/main" val="259224101"/>
              </p:ext>
            </p:extLst>
          </p:nvPr>
        </p:nvGraphicFramePr>
        <p:xfrm>
          <a:off x="4981575" y="540000"/>
          <a:ext cx="6669431" cy="577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28890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9CD3C3-FCEC-EA27-3B42-DBEC7DEA3C92}"/>
              </a:ext>
            </a:extLst>
          </p:cNvPr>
          <p:cNvSpPr>
            <a:spLocks noGrp="1"/>
          </p:cNvSpPr>
          <p:nvPr>
            <p:ph type="title"/>
          </p:nvPr>
        </p:nvSpPr>
        <p:spPr>
          <a:xfrm>
            <a:off x="541338" y="1079500"/>
            <a:ext cx="3322637" cy="4689475"/>
          </a:xfrm>
        </p:spPr>
        <p:txBody>
          <a:bodyPr anchor="ctr">
            <a:normAutofit/>
          </a:bodyPr>
          <a:lstStyle/>
          <a:p>
            <a:pPr algn="ctr"/>
            <a:r>
              <a:rPr lang="en-US" dirty="0"/>
              <a:t>Sources</a:t>
            </a:r>
            <a:endParaRPr lang="en-US"/>
          </a:p>
        </p:txBody>
      </p:sp>
      <p:sp>
        <p:nvSpPr>
          <p:cNvPr id="11" name="Rectangle 10">
            <a:extLst>
              <a:ext uri="{FF2B5EF4-FFF2-40B4-BE49-F238E27FC236}">
                <a16:creationId xmlns:a16="http://schemas.microsoft.com/office/drawing/2014/main" id="{8576A6EA-4B09-480F-BB03-96160272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5950" y="-1"/>
            <a:ext cx="7766050" cy="6857993"/>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16A9E1FF-123C-8E7D-5C8A-82E61E4C4893}"/>
              </a:ext>
            </a:extLst>
          </p:cNvPr>
          <p:cNvGraphicFramePr>
            <a:graphicFrameLocks noGrp="1"/>
          </p:cNvGraphicFramePr>
          <p:nvPr>
            <p:ph idx="1"/>
            <p:extLst>
              <p:ext uri="{D42A27DB-BD31-4B8C-83A1-F6EECF244321}">
                <p14:modId xmlns:p14="http://schemas.microsoft.com/office/powerpoint/2010/main" val="787080834"/>
              </p:ext>
            </p:extLst>
          </p:nvPr>
        </p:nvGraphicFramePr>
        <p:xfrm>
          <a:off x="4981575" y="540000"/>
          <a:ext cx="6669431" cy="577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86547058"/>
      </p:ext>
    </p:extLst>
  </p:cSld>
  <p:clrMapOvr>
    <a:masterClrMapping/>
  </p:clrMapOvr>
</p:sld>
</file>

<file path=ppt/theme/theme1.xml><?xml version="1.0" encoding="utf-8"?>
<a:theme xmlns:a="http://schemas.openxmlformats.org/drawingml/2006/main" name="LeafVTI">
  <a:themeElements>
    <a:clrScheme name="Leaf">
      <a:dk1>
        <a:sysClr val="windowText" lastClr="000000"/>
      </a:dk1>
      <a:lt1>
        <a:sysClr val="window" lastClr="FFFFFF"/>
      </a:lt1>
      <a:dk2>
        <a:srgbClr val="732124"/>
      </a:dk2>
      <a:lt2>
        <a:srgbClr val="F0EDE5"/>
      </a:lt2>
      <a:accent1>
        <a:srgbClr val="D34817"/>
      </a:accent1>
      <a:accent2>
        <a:srgbClr val="A68D65"/>
      </a:accent2>
      <a:accent3>
        <a:srgbClr val="728377"/>
      </a:accent3>
      <a:accent4>
        <a:srgbClr val="B4797B"/>
      </a:accent4>
      <a:accent5>
        <a:srgbClr val="CE8439"/>
      </a:accent5>
      <a:accent6>
        <a:srgbClr val="CF3A2A"/>
      </a:accent6>
      <a:hlink>
        <a:srgbClr val="D06853"/>
      </a:hlink>
      <a:folHlink>
        <a:srgbClr val="B67779"/>
      </a:folHlink>
    </a:clrScheme>
    <a:fontScheme name="Leaf">
      <a:majorFont>
        <a:latin typeface="Rockwell Nova Light"/>
        <a:ea typeface=""/>
        <a:cs typeface=""/>
      </a:majorFont>
      <a:minorFont>
        <a:latin typeface="Avenir Next LT Pro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afVTI" id="{AD13D32C-3873-4EF1-A28C-5D0E64FF0913}" vid="{0D2E0FD0-9C17-4337-BD21-33917FC300A9}"/>
    </a:ext>
  </a:extLst>
</a:theme>
</file>

<file path=docProps/app.xml><?xml version="1.0" encoding="utf-8"?>
<Properties xmlns="http://schemas.openxmlformats.org/officeDocument/2006/extended-properties" xmlns:vt="http://schemas.openxmlformats.org/officeDocument/2006/docPropsVTypes">
  <TotalTime>33</TotalTime>
  <Words>624</Words>
  <Application>Microsoft Office PowerPoint</Application>
  <PresentationFormat>Widescreen</PresentationFormat>
  <Paragraphs>41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Avenir Next LT Pro Light</vt:lpstr>
      <vt:lpstr>Rockwell Nova Light</vt:lpstr>
      <vt:lpstr>Wingdings</vt:lpstr>
      <vt:lpstr>LeafVTI</vt:lpstr>
      <vt:lpstr>Security Controls in Shared Code Repositories</vt:lpstr>
      <vt:lpstr>What are shared source Code repositories?</vt:lpstr>
      <vt:lpstr>Why Does repository security matter?</vt:lpstr>
      <vt:lpstr>Managing repository access</vt:lpstr>
      <vt:lpstr>Authentication and account security</vt:lpstr>
      <vt:lpstr>Protecting sensitive information</vt:lpstr>
      <vt:lpstr>Code review and monitoring</vt:lpstr>
      <vt:lpstr>Managing third-party code</vt:lpstr>
      <vt:lpstr>Takeaways</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Gabriel Conner</dc:creator>
  <cp:lastModifiedBy>Gabriel Conner</cp:lastModifiedBy>
  <cp:revision>1</cp:revision>
  <dcterms:created xsi:type="dcterms:W3CDTF">2026-03-09T02:45:15Z</dcterms:created>
  <dcterms:modified xsi:type="dcterms:W3CDTF">2026-03-09T03:18:51Z</dcterms:modified>
</cp:coreProperties>
</file>